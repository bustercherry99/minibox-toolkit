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3D6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3D6B"/>
                </a:solidFill>
                <a:latin typeface="Arial"/>
              </a:rPr>
              <a:t>3-Year Revenue Projection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9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9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C52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3D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125000</c:v>
                </c:pt>
                <c:pt idx="1">
                  <c:v>187000</c:v>
                </c:pt>
                <c:pt idx="2">
                  <c:v>312000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4869180"/>
          </a:xfrm>
          <a:prstGeom prst="rect">
            <a:avLst/>
          </a:prstGeom>
          <a:solidFill>
            <a:srgbClr val="0C5299"/>
          </a:solidFill>
          <a:ln w="12700">
            <a:solidFill>
              <a:srgbClr val="0C52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486918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SALES  ·  PFT MACHINE DIVISION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MiniBox+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Reference Toolkit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578608"/>
            <a:ext cx="3840480" cy="36576"/>
          </a:xfrm>
          <a:prstGeom prst="rect">
            <a:avLst/>
          </a:prstGeom>
          <a:solidFill>
            <a:srgbClr val="0C5299"/>
          </a:solidFill>
          <a:ln w="12700">
            <a:solidFill>
              <a:srgbClr val="0C5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791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7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field command center for PFT sales teams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1463040" cy="310896"/>
          </a:xfrm>
          <a:prstGeom prst="rect">
            <a:avLst/>
          </a:prstGeom>
          <a:solidFill>
            <a:srgbClr val="0C5299"/>
          </a:solidFill>
          <a:ln w="12700">
            <a:solidFill>
              <a:srgbClr val="0E6A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735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75688" y="3273552"/>
            <a:ext cx="1463040" cy="310896"/>
          </a:xfrm>
          <a:prstGeom prst="rect">
            <a:avLst/>
          </a:prstGeom>
          <a:solidFill>
            <a:srgbClr val="0C5299"/>
          </a:solidFill>
          <a:ln w="12700">
            <a:solidFill>
              <a:srgbClr val="0E6A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5688" y="32735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48456" y="3273552"/>
            <a:ext cx="1463040" cy="310896"/>
          </a:xfrm>
          <a:prstGeom prst="rect">
            <a:avLst/>
          </a:prstGeom>
          <a:solidFill>
            <a:srgbClr val="0C5299"/>
          </a:solidFill>
          <a:ln w="12700">
            <a:solidFill>
              <a:srgbClr val="0E6A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32735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21224" y="3273552"/>
            <a:ext cx="1463040" cy="310896"/>
          </a:xfrm>
          <a:prstGeom prst="rect">
            <a:avLst/>
          </a:prstGeom>
          <a:solidFill>
            <a:srgbClr val="0C5299"/>
          </a:solidFill>
          <a:ln w="12700">
            <a:solidFill>
              <a:srgbClr val="0E6A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1224" y="32735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Hub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93992" y="3273552"/>
            <a:ext cx="1463040" cy="310896"/>
          </a:xfrm>
          <a:prstGeom prst="rect">
            <a:avLst/>
          </a:prstGeom>
          <a:solidFill>
            <a:srgbClr val="0C5299"/>
          </a:solidFill>
          <a:ln w="12700">
            <a:solidFill>
              <a:srgbClr val="0E6A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32735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Library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v2.18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MINIBOX+ TOOLKIT?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73152" cy="329184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26464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3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Digital Sales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A3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Center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" y="2231136"/>
            <a:ext cx="3639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MiniBox+ Toolkit is a single-file web application built exclusively for PFT machine sales reps. It replaces scattered binders, spreadsheets, and email threads with one organized, always-available resource.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3419856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clinical evidence to CPT reimbursement to closing paperwork — everything a rep needs, exactly when they need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280160"/>
            <a:ext cx="2029968" cy="1463040"/>
          </a:xfrm>
          <a:prstGeom prst="rect">
            <a:avLst/>
          </a:prstGeom>
          <a:solidFill>
            <a:srgbClr val="0A3D6B"/>
          </a:solidFill>
          <a:ln w="12700">
            <a:solidFill>
              <a:srgbClr val="071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46304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26280" y="216712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&amp;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57416" y="1280160"/>
            <a:ext cx="2029968" cy="1463040"/>
          </a:xfrm>
          <a:prstGeom prst="rect">
            <a:avLst/>
          </a:prstGeom>
          <a:solidFill>
            <a:srgbClr val="0E9E8E"/>
          </a:solidFill>
          <a:ln w="12700">
            <a:solidFill>
              <a:srgbClr val="071D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146304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57416" y="216712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Field-Ready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926080"/>
            <a:ext cx="2029968" cy="1463040"/>
          </a:xfrm>
          <a:prstGeom prst="rect">
            <a:avLst/>
          </a:prstGeom>
          <a:solidFill>
            <a:srgbClr val="0C5299"/>
          </a:solidFill>
          <a:ln w="12700">
            <a:solidFill>
              <a:srgbClr val="071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10896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26280" y="381304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Apps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7416" y="2926080"/>
            <a:ext cx="2029968" cy="1463040"/>
          </a:xfrm>
          <a:prstGeom prst="rect">
            <a:avLst/>
          </a:prstGeom>
          <a:solidFill>
            <a:srgbClr val="0E6ABF"/>
          </a:solidFill>
          <a:ln w="12700">
            <a:solidFill>
              <a:srgbClr val="071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310896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757416" y="381304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 Total Coverage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purpose-built sections for every stage of the PFT sales 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9264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10241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252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summary &amp; rep identity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37360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37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" y="16824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&amp; indications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86000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286000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95728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9572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" y="23408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25694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944368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54096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5409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2999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3227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codes &amp; payer landscape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02736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02736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712464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12464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86968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6968" y="3886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 projection tool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261104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261104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370832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37083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6968" y="43159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Hub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6968" y="4544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&amp; scripts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969264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969264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1078992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107899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21808" y="10241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21808" y="1252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PFT results with MDs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1627632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1627632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1737360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1737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21808" y="16824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21808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 &amp; clinical contacts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54880" y="2286000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2286000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2395728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239572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21808" y="23408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Setup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21808" y="25694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&amp; network integration steps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54880" y="2944368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2944368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3054096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305409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21808" y="2999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21808" y="3227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fixes &amp; escalation paths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54880" y="3602736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54880" y="3602736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46320" y="3712464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712464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21808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ACH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321808" y="3886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financing docs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54880" y="4261104"/>
            <a:ext cx="4069080" cy="576072"/>
          </a:xfrm>
          <a:prstGeom prst="rect">
            <a:avLst/>
          </a:prstGeom>
          <a:solidFill>
            <a:srgbClr val="0C2D4A"/>
          </a:solidFill>
          <a:ln w="12700">
            <a:solidFill>
              <a:srgbClr val="0D3D6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4261104"/>
            <a:ext cx="45720" cy="576072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4370832"/>
            <a:ext cx="356616" cy="356616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6320" y="437083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21808" y="43159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Library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321808" y="4544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outreach templates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CALCULATOR &amp; REVENUE IMPACT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383280" cy="960120"/>
          </a:xfrm>
          <a:prstGeom prst="rect">
            <a:avLst/>
          </a:prstGeom>
          <a:solidFill>
            <a:srgbClr val="0A3D6B"/>
          </a:solidFill>
          <a:ln w="12700">
            <a:solidFill>
              <a:srgbClr val="071D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$125K+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 Potential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383280" cy="960120"/>
          </a:xfrm>
          <a:prstGeom prst="rect">
            <a:avLst/>
          </a:prstGeom>
          <a:solidFill>
            <a:srgbClr val="0C5299"/>
          </a:solidFill>
          <a:ln w="12700">
            <a:solidFill>
              <a:srgbClr val="071D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468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 wks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990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Payback Period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3383280" cy="960120"/>
          </a:xfrm>
          <a:prstGeom prst="rect">
            <a:avLst/>
          </a:prstGeom>
          <a:solidFill>
            <a:srgbClr val="0E9E8E"/>
          </a:solidFill>
          <a:ln w="12700">
            <a:solidFill>
              <a:srgbClr val="071D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611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 ROI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4133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Return on Investment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023360" y="1188720"/>
          <a:ext cx="4297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Based on 3 PFT studies/day at standard CPT reimbursement rates. Actual results vary by payer mix.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FIELD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Deals Faster.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Them Smarter.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 needed. No extra apps. Just one file that puts every resource — clinical, financial, competitive, and administrative — at your fingertips during the call.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56432"/>
            <a:ext cx="2560320" cy="512064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564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Toolkit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438912"/>
            <a:ext cx="3657600" cy="1188720"/>
          </a:xfrm>
          <a:prstGeom prst="rect">
            <a:avLst/>
          </a:prstGeom>
          <a:solidFill>
            <a:srgbClr val="0C2D4A"/>
          </a:solidFill>
          <a:ln w="12700">
            <a:solidFill>
              <a:srgbClr val="0E6A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438912"/>
            <a:ext cx="54864" cy="118872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66944" y="603504"/>
            <a:ext cx="457200" cy="457200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944" y="603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70448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Hub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70448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pipeline tracking &amp; deal status in one place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810512"/>
            <a:ext cx="3657600" cy="1188720"/>
          </a:xfrm>
          <a:prstGeom prst="rect">
            <a:avLst/>
          </a:prstGeom>
          <a:solidFill>
            <a:srgbClr val="0C2D4A"/>
          </a:solidFill>
          <a:ln w="12700">
            <a:solidFill>
              <a:srgbClr val="0E6A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1810512"/>
            <a:ext cx="54864" cy="118872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1975104"/>
            <a:ext cx="457200" cy="457200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70448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70448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ROI proposals ready to print or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3182112"/>
            <a:ext cx="3657600" cy="1188720"/>
          </a:xfrm>
          <a:prstGeom prst="rect">
            <a:avLst/>
          </a:prstGeom>
          <a:solidFill>
            <a:srgbClr val="0C2D4A"/>
          </a:solidFill>
          <a:ln w="12700">
            <a:solidFill>
              <a:srgbClr val="0E6A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3182112"/>
            <a:ext cx="54864" cy="1188720"/>
          </a:xfrm>
          <a:prstGeom prst="rect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3346704"/>
            <a:ext cx="457200" cy="457200"/>
          </a:xfrm>
          <a:prstGeom prst="ellipse">
            <a:avLst/>
          </a:prstGeom>
          <a:solidFill>
            <a:srgbClr val="0E9E8E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70448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 / Financing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70448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forms generated and signed during the close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MiniBox+ Master Reference Toolkit</dc:title>
  <dc:subject>PptxGenJS Presentation</dc:subject>
  <dc:creator>MiniBox Sales Team</dc:creator>
  <cp:lastModifiedBy>MiniBox Sales Team</cp:lastModifiedBy>
  <cp:revision>1</cp:revision>
  <dcterms:created xsi:type="dcterms:W3CDTF">2026-05-28T13:35:12Z</dcterms:created>
  <dcterms:modified xsi:type="dcterms:W3CDTF">2026-05-28T13:35:12Z</dcterms:modified>
</cp:coreProperties>
</file>