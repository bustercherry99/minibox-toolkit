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3"/>
  </p:notesMasterIdLst>
  <p:handoutMasterIdLst>
    <p:handoutMasterId r:id="rId4"/>
  </p:handoutMasterIdLst>
  <p:sldIdLst>
    <p:sldId id="2147479850" r:id="rId2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19B0068E-58D5-4B0F-BF59-D31288384082}">
          <p14:sldIdLst>
            <p14:sldId id="21474798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039">
          <p15:clr>
            <a:srgbClr val="A4A3A4"/>
          </p15:clr>
        </p15:guide>
        <p15:guide id="4" orient="horz" pos="505">
          <p15:clr>
            <a:srgbClr val="A4A3A4"/>
          </p15:clr>
        </p15:guide>
        <p15:guide id="5" orient="horz" pos="1165">
          <p15:clr>
            <a:srgbClr val="A4A3A4"/>
          </p15:clr>
        </p15:guide>
        <p15:guide id="6" orient="horz" pos="3903">
          <p15:clr>
            <a:srgbClr val="A4A3A4"/>
          </p15:clr>
        </p15:guide>
        <p15:guide id="7" pos="7400">
          <p15:clr>
            <a:srgbClr val="A4A3A4"/>
          </p15:clr>
        </p15:guide>
        <p15:guide id="8" pos="1025">
          <p15:clr>
            <a:srgbClr val="A4A3A4"/>
          </p15:clr>
        </p15:guide>
        <p15:guide id="9" pos="6697">
          <p15:clr>
            <a:srgbClr val="A4A3A4"/>
          </p15:clr>
        </p15:guide>
        <p15:guide id="10" pos="42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E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020" y="76"/>
      </p:cViewPr>
      <p:guideLst>
        <p:guide orient="horz" pos="2160"/>
        <p:guide pos="3840"/>
        <p:guide orient="horz" pos="1039"/>
        <p:guide orient="horz" pos="505"/>
        <p:guide orient="horz" pos="1165"/>
        <p:guide orient="horz" pos="3903"/>
        <p:guide pos="7400"/>
        <p:guide pos="1025"/>
        <p:guide pos="6697"/>
        <p:guide pos="42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021"/>
    </p:cViewPr>
  </p:sorterViewPr>
  <p:notesViewPr>
    <p:cSldViewPr snapToGrid="0" showGuides="1">
      <p:cViewPr varScale="1">
        <p:scale>
          <a:sx n="92" d="100"/>
          <a:sy n="92" d="100"/>
        </p:scale>
        <p:origin x="-3410" y="-81"/>
      </p:cViewPr>
      <p:guideLst>
        <p:guide orient="horz" pos="2957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5" tIns="47113" rIns="94225" bIns="47113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5" tIns="47113" rIns="94225" bIns="47113" rtlCol="0"/>
          <a:lstStyle>
            <a:lvl1pPr algn="r">
              <a:defRPr sz="1300"/>
            </a:lvl1pPr>
          </a:lstStyle>
          <a:p>
            <a:fld id="{FCBF77B6-06AB-43A3-89A4-8CD1677993D0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5" tIns="47113" rIns="94225" bIns="47113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5" tIns="47113" rIns="94225" bIns="47113" rtlCol="0" anchor="b"/>
          <a:lstStyle>
            <a:lvl1pPr algn="r">
              <a:defRPr sz="1300"/>
            </a:lvl1pPr>
          </a:lstStyle>
          <a:p>
            <a:fld id="{B2762B2D-468D-4837-8CAA-70AF425658B8}" type="slidenum">
              <a:rPr lang="en-CA" smtClean="0"/>
              <a:t>‹#›</a:t>
            </a:fld>
            <a:endParaRPr lang="en-CA"/>
          </a:p>
        </p:txBody>
      </p:sp>
      <p:pic>
        <p:nvPicPr>
          <p:cNvPr id="1026" name="Picture 2" descr="I:\Dockets\1421 SmallStuff GE PPT\Graphics\GE Grey.e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23" y="66960"/>
            <a:ext cx="600029" cy="59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69424"/>
          </a:xfrm>
          <a:prstGeom prst="rect">
            <a:avLst/>
          </a:prstGeom>
        </p:spPr>
        <p:txBody>
          <a:bodyPr vert="horz" lIns="94225" tIns="47113" rIns="94225" bIns="47113" rtlCol="0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69424"/>
          </a:xfrm>
          <a:prstGeom prst="rect">
            <a:avLst/>
          </a:prstGeom>
        </p:spPr>
        <p:txBody>
          <a:bodyPr vert="horz" lIns="94225" tIns="47113" rIns="94225" bIns="47113" rtlCol="0"/>
          <a:lstStyle>
            <a:lvl1pPr algn="r">
              <a:defRPr sz="1300"/>
            </a:lvl1pPr>
          </a:lstStyle>
          <a:p>
            <a:fld id="{9B6804B0-AD37-4623-8498-3C9AE39E25E5}" type="datetimeFigureOut">
              <a:rPr lang="en-CA" smtClean="0"/>
              <a:t>2026-03-11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5" tIns="47113" rIns="94225" bIns="47113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91151" y="4459526"/>
            <a:ext cx="6320174" cy="4224814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69424"/>
          </a:xfrm>
          <a:prstGeom prst="rect">
            <a:avLst/>
          </a:prstGeom>
        </p:spPr>
        <p:txBody>
          <a:bodyPr vert="horz" lIns="94225" tIns="47113" rIns="94225" bIns="47113" rtlCol="0" anchor="b"/>
          <a:lstStyle>
            <a:lvl1pPr algn="l">
              <a:defRPr sz="13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69424"/>
          </a:xfrm>
          <a:prstGeom prst="rect">
            <a:avLst/>
          </a:prstGeom>
        </p:spPr>
        <p:txBody>
          <a:bodyPr vert="horz" lIns="94225" tIns="47113" rIns="94225" bIns="47113" rtlCol="0" anchor="b"/>
          <a:lstStyle>
            <a:lvl1pPr algn="r">
              <a:defRPr sz="1300"/>
            </a:lvl1pPr>
          </a:lstStyle>
          <a:p>
            <a:fld id="{80CDABC8-FD09-47BC-822A-A981D494E0D7}" type="slidenum">
              <a:rPr lang="en-CA" smtClean="0"/>
              <a:t>‹#›</a:t>
            </a:fld>
            <a:endParaRPr lang="en-CA"/>
          </a:p>
        </p:txBody>
      </p:sp>
      <p:pic>
        <p:nvPicPr>
          <p:cNvPr id="8" name="Picture 2" descr="I:\Dockets\1421 SmallStuff GE PPT\Graphics\GE Grey.e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23" y="66960"/>
            <a:ext cx="600029" cy="59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5720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68580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3" y="-8587"/>
            <a:ext cx="12207238" cy="68746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30554" y="1649413"/>
            <a:ext cx="9000934" cy="1554480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Slide Layout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7188" y="3657600"/>
            <a:ext cx="4467288" cy="254013"/>
          </a:xfrm>
        </p:spPr>
        <p:txBody>
          <a:bodyPr/>
          <a:lstStyle>
            <a:lvl1pPr algn="l">
              <a:defRPr sz="1400" b="1">
                <a:solidFill>
                  <a:schemeClr val="accent2"/>
                </a:solidFill>
              </a:defRPr>
            </a:lvl1pPr>
          </a:lstStyle>
          <a:p>
            <a:fld id="{6050E0BC-091B-4F46-A64B-EF4A39477016}" type="datetime4">
              <a:rPr lang="en-US" smtClean="0"/>
              <a:t>March 11, 2026</a:t>
            </a:fld>
            <a:endParaRPr lang="en-CA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760" y="365760"/>
            <a:ext cx="901153" cy="90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29475" y="3968496"/>
            <a:ext cx="899636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 sz="1200" dirty="0">
                <a:solidFill>
                  <a:schemeClr val="accent2"/>
                </a:solidFill>
              </a:rPr>
              <a:t>Confidential. Not to be copied, distributed, or reproduced without prior approval. </a:t>
            </a:r>
          </a:p>
        </p:txBody>
      </p:sp>
      <p:sp>
        <p:nvSpPr>
          <p:cNvPr id="10" name="AutoShape 3"/>
          <p:cNvSpPr>
            <a:spLocks noChangeAspect="1" noChangeArrowheads="1" noTextEdit="1"/>
          </p:cNvSpPr>
          <p:nvPr userDrawn="1"/>
        </p:nvSpPr>
        <p:spPr bwMode="auto">
          <a:xfrm>
            <a:off x="365125" y="365125"/>
            <a:ext cx="9017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383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1" y="-8587"/>
            <a:ext cx="12207234" cy="687462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24903" y="1649413"/>
            <a:ext cx="9000934" cy="1417468"/>
          </a:xfrm>
        </p:spPr>
        <p:txBody>
          <a:bodyPr anchor="t" anchorCtr="0">
            <a:noAutofit/>
          </a:bodyPr>
          <a:lstStyle>
            <a:lvl1pPr algn="l">
              <a:lnSpc>
                <a:spcPct val="90000"/>
              </a:lnSpc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 Slide 2 Layout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7188" y="3072384"/>
            <a:ext cx="3979927" cy="254013"/>
          </a:xfrm>
        </p:spPr>
        <p:txBody>
          <a:bodyPr/>
          <a:lstStyle>
            <a:lvl1pPr algn="l">
              <a:defRPr sz="1300" b="1">
                <a:solidFill>
                  <a:schemeClr val="accent2"/>
                </a:solidFill>
              </a:defRPr>
            </a:lvl1pPr>
          </a:lstStyle>
          <a:p>
            <a:fld id="{11A10271-0286-4BA7-AF61-91EDADC7C7D8}" type="datetime4">
              <a:rPr lang="en-US" smtClean="0"/>
              <a:t>March 11, 2026</a:t>
            </a:fld>
            <a:endParaRPr lang="en-CA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760" y="365760"/>
            <a:ext cx="901153" cy="90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3"/>
          <p:cNvSpPr>
            <a:spLocks noChangeAspect="1" noChangeArrowheads="1" noTextEdit="1"/>
          </p:cNvSpPr>
          <p:nvPr userDrawn="1"/>
        </p:nvSpPr>
        <p:spPr bwMode="auto">
          <a:xfrm>
            <a:off x="365125" y="365125"/>
            <a:ext cx="9017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394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1649413"/>
            <a:ext cx="9000934" cy="2852737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6516F6-A097-4E38-8A59-185C4D2E3785}" type="datetime4">
              <a:rPr lang="en-US" smtClean="0"/>
              <a:t>March 11, 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/>
              <a:t>Presentation Title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627188" y="6410996"/>
            <a:ext cx="1011574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79976" y="6475913"/>
            <a:ext cx="515721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</a:rPr>
              <a:t>Confidential. Not to be copied, distributed, or reproduced without prior approval. </a:t>
            </a:r>
          </a:p>
        </p:txBody>
      </p:sp>
      <p:pic>
        <p:nvPicPr>
          <p:cNvPr id="10" name="Picture 3" descr="I:\Dockets\1421 SmallStuff GE PPT\Graphics\GEWhite.e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28" y="6345936"/>
            <a:ext cx="384048" cy="384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82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Dark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-9144" y="-9144"/>
            <a:ext cx="12207240" cy="68762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9004300" cy="914400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 Dark Image Layout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8782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Light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-9144" y="-9144"/>
            <a:ext cx="12207240" cy="68762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9004300" cy="914400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Section Divider Light Image Layout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0125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No R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899769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– No Rule Layout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A7FD2-EEE1-4653-A3ED-EC06E26685F5}" type="datetime4">
              <a:rPr lang="en-US" smtClean="0"/>
              <a:t>March 11, 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27188" y="1133856"/>
            <a:ext cx="9004300" cy="338328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1627188" y="1847088"/>
            <a:ext cx="90043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528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899769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A7FD2-EEE1-4653-A3ED-EC06E26685F5}" type="datetime4">
              <a:rPr lang="en-US" smtClean="0"/>
              <a:t>March 11, 2026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cxnSp>
        <p:nvCxnSpPr>
          <p:cNvPr id="8" name="Straight Connector 7"/>
          <p:cNvCxnSpPr/>
          <p:nvPr/>
        </p:nvCxnSpPr>
        <p:spPr>
          <a:xfrm>
            <a:off x="2751138" y="1647255"/>
            <a:ext cx="8996362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27188" y="1133856"/>
            <a:ext cx="9004300" cy="338328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1627188" y="1847088"/>
            <a:ext cx="9004300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627188" y="1647255"/>
            <a:ext cx="10120312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63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899251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Comparison Layout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623697" y="1133856"/>
            <a:ext cx="4946966" cy="33832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810374" y="1133856"/>
            <a:ext cx="4934487" cy="33832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5C84-DC05-420E-ABA4-99596C0F9BFB}" type="datetime4">
              <a:rPr lang="en-US" smtClean="0"/>
              <a:t>March 11, 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26345" y="1649541"/>
            <a:ext cx="4944318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810375" y="1649541"/>
            <a:ext cx="4934487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1627188" y="1848930"/>
            <a:ext cx="4943475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4"/>
          </p:nvPr>
        </p:nvSpPr>
        <p:spPr>
          <a:xfrm>
            <a:off x="6810375" y="1848930"/>
            <a:ext cx="4937125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1626345" y="1649541"/>
            <a:ext cx="4944318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6810375" y="1649541"/>
            <a:ext cx="4934487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445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 Content Layout</a:t>
            </a:r>
            <a:endParaRPr lang="en-CA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954F2-A168-429F-B267-8625DABCA019}" type="datetime4">
              <a:rPr lang="en-US" smtClean="0"/>
              <a:t>March 11, 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cxnSp>
        <p:nvCxnSpPr>
          <p:cNvPr id="9" name="Straight Connector 8"/>
          <p:cNvCxnSpPr/>
          <p:nvPr/>
        </p:nvCxnSpPr>
        <p:spPr>
          <a:xfrm>
            <a:off x="1627188" y="1649541"/>
            <a:ext cx="10112502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627188" y="1851659"/>
            <a:ext cx="4943475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/>
          </p:nvPr>
        </p:nvSpPr>
        <p:spPr>
          <a:xfrm>
            <a:off x="6810375" y="1851658"/>
            <a:ext cx="4929188" cy="43434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1627188" y="1649541"/>
            <a:ext cx="10112502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12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899251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 Content Layout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623697" y="1133856"/>
            <a:ext cx="3209544" cy="33832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078094" y="1133856"/>
            <a:ext cx="3209544" cy="33832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5C84-DC05-420E-ABA4-99596C0F9BFB}" type="datetime4">
              <a:rPr lang="en-US" smtClean="0"/>
              <a:t>March 11, 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26345" y="1649541"/>
            <a:ext cx="320954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078095" y="1649541"/>
            <a:ext cx="320954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1627188" y="1848930"/>
            <a:ext cx="3209544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4"/>
          </p:nvPr>
        </p:nvSpPr>
        <p:spPr>
          <a:xfrm>
            <a:off x="5078095" y="1848930"/>
            <a:ext cx="3209544" cy="4343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8537956" y="1649413"/>
            <a:ext cx="320954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8534019" y="1133856"/>
            <a:ext cx="3209544" cy="338328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6"/>
          </p:nvPr>
        </p:nvSpPr>
        <p:spPr>
          <a:xfrm>
            <a:off x="8533003" y="1848930"/>
            <a:ext cx="3209925" cy="43291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1626345" y="1649541"/>
            <a:ext cx="320954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5078095" y="1649541"/>
            <a:ext cx="320954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8537956" y="1649413"/>
            <a:ext cx="320954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579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899251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 Content Layout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623697" y="1133856"/>
            <a:ext cx="2386584" cy="33832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201437" y="1133856"/>
            <a:ext cx="2386584" cy="338328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25C84-DC05-420E-ABA4-99596C0F9BFB}" type="datetime4">
              <a:rPr lang="en-US" smtClean="0"/>
              <a:t>March 11, 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26345" y="1649541"/>
            <a:ext cx="238658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204535" y="1649541"/>
            <a:ext cx="238658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4"/>
          <p:cNvSpPr>
            <a:spLocks noGrp="1"/>
          </p:cNvSpPr>
          <p:nvPr>
            <p:ph sz="quarter" idx="13"/>
          </p:nvPr>
        </p:nvSpPr>
        <p:spPr>
          <a:xfrm>
            <a:off x="1627188" y="1848930"/>
            <a:ext cx="2386584" cy="4343400"/>
          </a:xfrm>
        </p:spPr>
        <p:txBody>
          <a:bodyPr/>
          <a:lstStyle>
            <a:lvl1pPr>
              <a:spcBef>
                <a:spcPts val="1200"/>
              </a:spcBef>
              <a:defRPr sz="2400"/>
            </a:lvl1pPr>
            <a:lvl2pPr>
              <a:defRPr sz="2400"/>
            </a:lvl2pPr>
            <a:lvl3pPr>
              <a:spcBef>
                <a:spcPts val="1000"/>
              </a:spcBef>
              <a:defRPr sz="2100"/>
            </a:lvl3pPr>
            <a:lvl4pPr>
              <a:defRPr sz="2100"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4"/>
          </p:nvPr>
        </p:nvSpPr>
        <p:spPr>
          <a:xfrm>
            <a:off x="4203361" y="1848930"/>
            <a:ext cx="2386584" cy="4343400"/>
          </a:xfrm>
        </p:spPr>
        <p:txBody>
          <a:bodyPr/>
          <a:lstStyle>
            <a:lvl1pPr>
              <a:spcBef>
                <a:spcPts val="1200"/>
              </a:spcBef>
              <a:defRPr sz="2400"/>
            </a:lvl1pPr>
            <a:lvl2pPr>
              <a:defRPr sz="2400"/>
            </a:lvl2pPr>
            <a:lvl3pPr>
              <a:spcBef>
                <a:spcPts val="1000"/>
              </a:spcBef>
              <a:defRPr sz="2100"/>
            </a:lvl3pPr>
            <a:lvl4pPr>
              <a:defRPr sz="2100"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6782725" y="1649413"/>
            <a:ext cx="238658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779177" y="1133856"/>
            <a:ext cx="2386584" cy="338328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6"/>
          </p:nvPr>
        </p:nvSpPr>
        <p:spPr>
          <a:xfrm>
            <a:off x="6779534" y="1848930"/>
            <a:ext cx="2386584" cy="4329112"/>
          </a:xfrm>
        </p:spPr>
        <p:txBody>
          <a:bodyPr/>
          <a:lstStyle>
            <a:lvl1pPr>
              <a:spcBef>
                <a:spcPts val="1200"/>
              </a:spcBef>
              <a:defRPr sz="2400"/>
            </a:lvl1pPr>
            <a:lvl2pPr>
              <a:defRPr sz="2400"/>
            </a:lvl2pPr>
            <a:lvl3pPr>
              <a:spcBef>
                <a:spcPts val="1000"/>
              </a:spcBef>
              <a:defRPr sz="2100"/>
            </a:lvl3pPr>
            <a:lvl4pPr>
              <a:defRPr sz="2100"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9360916" y="1649541"/>
            <a:ext cx="238658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9356916" y="1133856"/>
            <a:ext cx="2386584" cy="338328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8"/>
          </p:nvPr>
        </p:nvSpPr>
        <p:spPr>
          <a:xfrm>
            <a:off x="9355708" y="1848929"/>
            <a:ext cx="2386584" cy="4343400"/>
          </a:xfrm>
        </p:spPr>
        <p:txBody>
          <a:bodyPr/>
          <a:lstStyle>
            <a:lvl1pPr>
              <a:spcBef>
                <a:spcPts val="1200"/>
              </a:spcBef>
              <a:defRPr sz="2400"/>
            </a:lvl1pPr>
            <a:lvl2pPr>
              <a:defRPr sz="2400"/>
            </a:lvl2pPr>
            <a:lvl3pPr>
              <a:spcBef>
                <a:spcPts val="1000"/>
              </a:spcBef>
              <a:defRPr sz="2100"/>
            </a:lvl3pPr>
            <a:lvl4pPr>
              <a:defRPr sz="2100"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1626345" y="1649541"/>
            <a:ext cx="238658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204535" y="1649541"/>
            <a:ext cx="238658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6782725" y="1649413"/>
            <a:ext cx="238658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chemeClr val="accent1">
                    <a:tint val="44500"/>
                    <a:satMod val="160000"/>
                  </a:schemeClr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9360916" y="1649541"/>
            <a:ext cx="2386584" cy="0"/>
          </a:xfrm>
          <a:prstGeom prst="line">
            <a:avLst/>
          </a:prstGeom>
          <a:ln w="19050">
            <a:gradFill>
              <a:gsLst>
                <a:gs pos="0">
                  <a:schemeClr val="bg1"/>
                </a:gs>
                <a:gs pos="25000">
                  <a:srgbClr val="B7E6FF"/>
                </a:gs>
                <a:gs pos="100000">
                  <a:schemeClr val="accent3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826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899515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2-Column Table Layout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627187" y="1133856"/>
            <a:ext cx="4937760" cy="338328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0C1E-BE52-444A-B903-D3D3A7A6ABD9}" type="datetime4">
              <a:rPr lang="en-US" smtClean="0"/>
              <a:t>March 11, 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sp>
        <p:nvSpPr>
          <p:cNvPr id="13" name="Table Placeholder 12"/>
          <p:cNvSpPr>
            <a:spLocks noGrp="1"/>
          </p:cNvSpPr>
          <p:nvPr>
            <p:ph type="tbl" sz="quarter" idx="13"/>
          </p:nvPr>
        </p:nvSpPr>
        <p:spPr>
          <a:xfrm>
            <a:off x="438912" y="1853076"/>
            <a:ext cx="11302438" cy="434293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813550" y="1133856"/>
            <a:ext cx="4933950" cy="338328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59578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899515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3-Column Table Layout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627187" y="1133856"/>
            <a:ext cx="3209544" cy="338328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0C1E-BE52-444A-B903-D3D3A7A6ABD9}" type="datetime4">
              <a:rPr lang="en-US" smtClean="0"/>
              <a:t>March 11, 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sp>
        <p:nvSpPr>
          <p:cNvPr id="13" name="Table Placeholder 12"/>
          <p:cNvSpPr>
            <a:spLocks noGrp="1"/>
          </p:cNvSpPr>
          <p:nvPr>
            <p:ph type="tbl" sz="quarter" idx="13"/>
          </p:nvPr>
        </p:nvSpPr>
        <p:spPr>
          <a:xfrm>
            <a:off x="438912" y="1853076"/>
            <a:ext cx="11302438" cy="434293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084064" y="1133856"/>
            <a:ext cx="3209544" cy="338328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  <a:endParaRPr lang="en-CA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8534400" y="1133856"/>
            <a:ext cx="3213100" cy="338328"/>
          </a:xfrm>
        </p:spPr>
        <p:txBody>
          <a:bodyPr anchor="b" anchorCtr="0">
            <a:noAutofit/>
          </a:bodyPr>
          <a:lstStyle>
            <a:lvl1pPr marL="0" indent="0"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71226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7188" y="219456"/>
            <a:ext cx="899515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4-Column Table Layout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627187" y="1133856"/>
            <a:ext cx="2386584" cy="338328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60C1E-BE52-444A-B903-D3D3A7A6ABD9}" type="datetime4">
              <a:rPr lang="en-US" smtClean="0"/>
              <a:t>March 11, 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sp>
        <p:nvSpPr>
          <p:cNvPr id="13" name="Table Placeholder 12"/>
          <p:cNvSpPr>
            <a:spLocks noGrp="1"/>
          </p:cNvSpPr>
          <p:nvPr>
            <p:ph type="tbl" sz="quarter" idx="13"/>
          </p:nvPr>
        </p:nvSpPr>
        <p:spPr>
          <a:xfrm>
            <a:off x="438912" y="1853076"/>
            <a:ext cx="11302438" cy="434293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C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4203805" y="1133856"/>
            <a:ext cx="2386584" cy="338328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  <a:endParaRPr lang="en-C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80423" y="1133856"/>
            <a:ext cx="2386584" cy="338328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  <a:endParaRPr lang="en-CA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9357042" y="1133856"/>
            <a:ext cx="2386584" cy="338328"/>
          </a:xfrm>
        </p:spPr>
        <p:txBody>
          <a:bodyPr anchor="b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400" b="1"/>
            </a:lvl1pPr>
          </a:lstStyle>
          <a:p>
            <a:pPr lvl="0"/>
            <a:r>
              <a:rPr lang="en-US" dirty="0"/>
              <a:t>Subtitle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5895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Content with Caption Layout</a:t>
            </a:r>
            <a:endParaRPr lang="en-CA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1"/>
          </p:nvPr>
        </p:nvSpPr>
        <p:spPr>
          <a:xfrm>
            <a:off x="9537192" y="6472936"/>
            <a:ext cx="1876388" cy="182880"/>
          </a:xfrm>
        </p:spPr>
        <p:txBody>
          <a:bodyPr/>
          <a:lstStyle/>
          <a:p>
            <a:fld id="{F5C60C1E-BE52-444A-B903-D3D3A7A6ABD9}" type="datetime4">
              <a:rPr lang="en-US" smtClean="0"/>
              <a:t>March 11, 2026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1627632" y="6472976"/>
            <a:ext cx="2688336" cy="182880"/>
          </a:xfrm>
        </p:spPr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11413998" y="6475080"/>
            <a:ext cx="329636" cy="182880"/>
          </a:xfrm>
        </p:spPr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1627188" y="1649413"/>
            <a:ext cx="9004300" cy="44897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1633538" y="1133856"/>
            <a:ext cx="8997950" cy="338328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94678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7188" y="1649413"/>
            <a:ext cx="8992616" cy="4546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E93D9-1E7C-4963-AD25-D0E8D4EECEE5}" type="datetime4">
              <a:rPr lang="en-US" smtClean="0"/>
              <a:t>March 11, 2026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Picture with Caption Layout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962483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9EBFE-5BA1-460F-BE92-8CF5579A714B}" type="datetime4">
              <a:rPr lang="en-US" smtClean="0"/>
              <a:t>March 11, 2026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9296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146A8-A192-4F5D-A963-F694E58B90FD}" type="datetime4">
              <a:rPr lang="en-US" smtClean="0"/>
              <a:t>March 11, 2026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6A5BD-C011-4A45-AA3A-201790FB7F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4686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g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>
            <a:spLocks noChangeAspect="1" noChangeArrowheads="1" noTextEdit="1"/>
          </p:cNvSpPr>
          <p:nvPr/>
        </p:nvSpPr>
        <p:spPr bwMode="auto">
          <a:xfrm>
            <a:off x="2230438" y="2952750"/>
            <a:ext cx="7910512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5" name="AutoShape 3"/>
          <p:cNvSpPr>
            <a:spLocks noChangeAspect="1" noChangeArrowheads="1" noTextEdit="1"/>
          </p:cNvSpPr>
          <p:nvPr userDrawn="1"/>
        </p:nvSpPr>
        <p:spPr bwMode="auto">
          <a:xfrm>
            <a:off x="2230438" y="2952750"/>
            <a:ext cx="7910512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2231136" y="2951163"/>
            <a:ext cx="7927974" cy="949325"/>
          </a:xfrm>
          <a:custGeom>
            <a:avLst/>
            <a:gdLst>
              <a:gd name="T0" fmla="*/ 20 w 9061"/>
              <a:gd name="T1" fmla="*/ 64 h 1076"/>
              <a:gd name="T2" fmla="*/ 310 w 9061"/>
              <a:gd name="T3" fmla="*/ 832 h 1076"/>
              <a:gd name="T4" fmla="*/ 607 w 9061"/>
              <a:gd name="T5" fmla="*/ 832 h 1076"/>
              <a:gd name="T6" fmla="*/ 932 w 9061"/>
              <a:gd name="T7" fmla="*/ 811 h 1076"/>
              <a:gd name="T8" fmla="*/ 647 w 9061"/>
              <a:gd name="T9" fmla="*/ 352 h 1076"/>
              <a:gd name="T10" fmla="*/ 240 w 9061"/>
              <a:gd name="T11" fmla="*/ 296 h 1076"/>
              <a:gd name="T12" fmla="*/ 1565 w 9061"/>
              <a:gd name="T13" fmla="*/ 811 h 1076"/>
              <a:gd name="T14" fmla="*/ 1198 w 9061"/>
              <a:gd name="T15" fmla="*/ 386 h 1076"/>
              <a:gd name="T16" fmla="*/ 1307 w 9061"/>
              <a:gd name="T17" fmla="*/ 844 h 1076"/>
              <a:gd name="T18" fmla="*/ 1322 w 9061"/>
              <a:gd name="T19" fmla="*/ 770 h 1076"/>
              <a:gd name="T20" fmla="*/ 2155 w 9061"/>
              <a:gd name="T21" fmla="*/ 888 h 1076"/>
              <a:gd name="T22" fmla="*/ 1884 w 9061"/>
              <a:gd name="T23" fmla="*/ 658 h 1076"/>
              <a:gd name="T24" fmla="*/ 2127 w 9061"/>
              <a:gd name="T25" fmla="*/ 275 h 1076"/>
              <a:gd name="T26" fmla="*/ 1732 w 9061"/>
              <a:gd name="T27" fmla="*/ 801 h 1076"/>
              <a:gd name="T28" fmla="*/ 1792 w 9061"/>
              <a:gd name="T29" fmla="*/ 820 h 1076"/>
              <a:gd name="T30" fmla="*/ 1766 w 9061"/>
              <a:gd name="T31" fmla="*/ 461 h 1076"/>
              <a:gd name="T32" fmla="*/ 2300 w 9061"/>
              <a:gd name="T33" fmla="*/ 832 h 1076"/>
              <a:gd name="T34" fmla="*/ 2230 w 9061"/>
              <a:gd name="T35" fmla="*/ 811 h 1076"/>
              <a:gd name="T36" fmla="*/ 2214 w 9061"/>
              <a:gd name="T37" fmla="*/ 74 h 1076"/>
              <a:gd name="T38" fmla="*/ 2549 w 9061"/>
              <a:gd name="T39" fmla="*/ 413 h 1076"/>
              <a:gd name="T40" fmla="*/ 2908 w 9061"/>
              <a:gd name="T41" fmla="*/ 811 h 1076"/>
              <a:gd name="T42" fmla="*/ 2480 w 9061"/>
              <a:gd name="T43" fmla="*/ 275 h 1076"/>
              <a:gd name="T44" fmla="*/ 3428 w 9061"/>
              <a:gd name="T45" fmla="*/ 832 h 1076"/>
              <a:gd name="T46" fmla="*/ 3054 w 9061"/>
              <a:gd name="T47" fmla="*/ 382 h 1076"/>
              <a:gd name="T48" fmla="*/ 3006 w 9061"/>
              <a:gd name="T49" fmla="*/ 675 h 1076"/>
              <a:gd name="T50" fmla="*/ 3207 w 9061"/>
              <a:gd name="T51" fmla="*/ 770 h 1076"/>
              <a:gd name="T52" fmla="*/ 3207 w 9061"/>
              <a:gd name="T53" fmla="*/ 770 h 1076"/>
              <a:gd name="T54" fmla="*/ 3876 w 9061"/>
              <a:gd name="T55" fmla="*/ 788 h 1076"/>
              <a:gd name="T56" fmla="*/ 3856 w 9061"/>
              <a:gd name="T57" fmla="*/ 346 h 1076"/>
              <a:gd name="T58" fmla="*/ 3678 w 9061"/>
              <a:gd name="T59" fmla="*/ 125 h 1076"/>
              <a:gd name="T60" fmla="*/ 3513 w 9061"/>
              <a:gd name="T61" fmla="*/ 325 h 1076"/>
              <a:gd name="T62" fmla="*/ 4051 w 9061"/>
              <a:gd name="T63" fmla="*/ 296 h 1076"/>
              <a:gd name="T64" fmla="*/ 4030 w 9061"/>
              <a:gd name="T65" fmla="*/ 832 h 1076"/>
              <a:gd name="T66" fmla="*/ 4068 w 9061"/>
              <a:gd name="T67" fmla="*/ 74 h 1076"/>
              <a:gd name="T68" fmla="*/ 4248 w 9061"/>
              <a:gd name="T69" fmla="*/ 554 h 1076"/>
              <a:gd name="T70" fmla="*/ 4667 w 9061"/>
              <a:gd name="T71" fmla="*/ 554 h 1076"/>
              <a:gd name="T72" fmla="*/ 5132 w 9061"/>
              <a:gd name="T73" fmla="*/ 483 h 1076"/>
              <a:gd name="T74" fmla="*/ 5030 w 9061"/>
              <a:gd name="T75" fmla="*/ 264 h 1076"/>
              <a:gd name="T76" fmla="*/ 4774 w 9061"/>
              <a:gd name="T77" fmla="*/ 811 h 1076"/>
              <a:gd name="T78" fmla="*/ 6045 w 9061"/>
              <a:gd name="T79" fmla="*/ 465 h 1076"/>
              <a:gd name="T80" fmla="*/ 5824 w 9061"/>
              <a:gd name="T81" fmla="*/ 340 h 1076"/>
              <a:gd name="T82" fmla="*/ 5961 w 9061"/>
              <a:gd name="T83" fmla="*/ 761 h 1076"/>
              <a:gd name="T84" fmla="*/ 5694 w 9061"/>
              <a:gd name="T85" fmla="*/ 673 h 1076"/>
              <a:gd name="T86" fmla="*/ 6204 w 9061"/>
              <a:gd name="T87" fmla="*/ 346 h 1076"/>
              <a:gd name="T88" fmla="*/ 6434 w 9061"/>
              <a:gd name="T89" fmla="*/ 750 h 1076"/>
              <a:gd name="T90" fmla="*/ 6473 w 9061"/>
              <a:gd name="T91" fmla="*/ 296 h 1076"/>
              <a:gd name="T92" fmla="*/ 6204 w 9061"/>
              <a:gd name="T93" fmla="*/ 146 h 1076"/>
              <a:gd name="T94" fmla="*/ 6204 w 9061"/>
              <a:gd name="T95" fmla="*/ 346 h 1076"/>
              <a:gd name="T96" fmla="*/ 7189 w 9061"/>
              <a:gd name="T97" fmla="*/ 275 h 1076"/>
              <a:gd name="T98" fmla="*/ 6788 w 9061"/>
              <a:gd name="T99" fmla="*/ 275 h 1076"/>
              <a:gd name="T100" fmla="*/ 7040 w 9061"/>
              <a:gd name="T101" fmla="*/ 812 h 1076"/>
              <a:gd name="T102" fmla="*/ 7566 w 9061"/>
              <a:gd name="T103" fmla="*/ 306 h 1076"/>
              <a:gd name="T104" fmla="*/ 7868 w 9061"/>
              <a:gd name="T105" fmla="*/ 335 h 1076"/>
              <a:gd name="T106" fmla="*/ 7868 w 9061"/>
              <a:gd name="T107" fmla="*/ 264 h 1076"/>
              <a:gd name="T108" fmla="*/ 8321 w 9061"/>
              <a:gd name="T109" fmla="*/ 811 h 1076"/>
              <a:gd name="T110" fmla="*/ 8522 w 9061"/>
              <a:gd name="T111" fmla="*/ 269 h 1076"/>
              <a:gd name="T112" fmla="*/ 8231 w 9061"/>
              <a:gd name="T113" fmla="*/ 296 h 1076"/>
              <a:gd name="T114" fmla="*/ 9056 w 9061"/>
              <a:gd name="T115" fmla="*/ 813 h 1076"/>
              <a:gd name="T116" fmla="*/ 8704 w 9061"/>
              <a:gd name="T117" fmla="*/ 526 h 1076"/>
              <a:gd name="T118" fmla="*/ 8634 w 9061"/>
              <a:gd name="T119" fmla="*/ 832 h 1076"/>
              <a:gd name="T120" fmla="*/ 8988 w 9061"/>
              <a:gd name="T121" fmla="*/ 832 h 10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9061" h="1076">
                <a:moveTo>
                  <a:pt x="74" y="832"/>
                </a:moveTo>
                <a:lnTo>
                  <a:pt x="74" y="832"/>
                </a:lnTo>
                <a:cubicBezTo>
                  <a:pt x="89" y="832"/>
                  <a:pt x="95" y="826"/>
                  <a:pt x="95" y="811"/>
                </a:cubicBezTo>
                <a:lnTo>
                  <a:pt x="95" y="85"/>
                </a:lnTo>
                <a:cubicBezTo>
                  <a:pt x="95" y="70"/>
                  <a:pt x="89" y="64"/>
                  <a:pt x="74" y="64"/>
                </a:cubicBezTo>
                <a:lnTo>
                  <a:pt x="20" y="64"/>
                </a:lnTo>
                <a:cubicBezTo>
                  <a:pt x="5" y="64"/>
                  <a:pt x="0" y="70"/>
                  <a:pt x="0" y="85"/>
                </a:cubicBezTo>
                <a:lnTo>
                  <a:pt x="0" y="811"/>
                </a:lnTo>
                <a:cubicBezTo>
                  <a:pt x="0" y="826"/>
                  <a:pt x="5" y="832"/>
                  <a:pt x="20" y="832"/>
                </a:cubicBezTo>
                <a:lnTo>
                  <a:pt x="74" y="832"/>
                </a:lnTo>
                <a:close/>
                <a:moveTo>
                  <a:pt x="310" y="832"/>
                </a:moveTo>
                <a:lnTo>
                  <a:pt x="310" y="832"/>
                </a:lnTo>
                <a:cubicBezTo>
                  <a:pt x="325" y="832"/>
                  <a:pt x="331" y="826"/>
                  <a:pt x="331" y="811"/>
                </a:cubicBezTo>
                <a:lnTo>
                  <a:pt x="331" y="413"/>
                </a:lnTo>
                <a:cubicBezTo>
                  <a:pt x="369" y="357"/>
                  <a:pt x="425" y="339"/>
                  <a:pt x="471" y="339"/>
                </a:cubicBezTo>
                <a:cubicBezTo>
                  <a:pt x="565" y="339"/>
                  <a:pt x="586" y="418"/>
                  <a:pt x="586" y="483"/>
                </a:cubicBezTo>
                <a:lnTo>
                  <a:pt x="586" y="811"/>
                </a:lnTo>
                <a:cubicBezTo>
                  <a:pt x="586" y="826"/>
                  <a:pt x="592" y="832"/>
                  <a:pt x="607" y="832"/>
                </a:cubicBezTo>
                <a:lnTo>
                  <a:pt x="655" y="832"/>
                </a:lnTo>
                <a:cubicBezTo>
                  <a:pt x="671" y="832"/>
                  <a:pt x="676" y="826"/>
                  <a:pt x="676" y="811"/>
                </a:cubicBezTo>
                <a:lnTo>
                  <a:pt x="676" y="413"/>
                </a:lnTo>
                <a:cubicBezTo>
                  <a:pt x="715" y="357"/>
                  <a:pt x="771" y="339"/>
                  <a:pt x="817" y="339"/>
                </a:cubicBezTo>
                <a:cubicBezTo>
                  <a:pt x="912" y="339"/>
                  <a:pt x="932" y="418"/>
                  <a:pt x="932" y="483"/>
                </a:cubicBezTo>
                <a:lnTo>
                  <a:pt x="932" y="811"/>
                </a:lnTo>
                <a:cubicBezTo>
                  <a:pt x="932" y="826"/>
                  <a:pt x="937" y="832"/>
                  <a:pt x="952" y="832"/>
                </a:cubicBezTo>
                <a:lnTo>
                  <a:pt x="1001" y="832"/>
                </a:lnTo>
                <a:cubicBezTo>
                  <a:pt x="1016" y="832"/>
                  <a:pt x="1022" y="826"/>
                  <a:pt x="1022" y="811"/>
                </a:cubicBezTo>
                <a:lnTo>
                  <a:pt x="1022" y="475"/>
                </a:lnTo>
                <a:cubicBezTo>
                  <a:pt x="1022" y="361"/>
                  <a:pt x="971" y="264"/>
                  <a:pt x="834" y="264"/>
                </a:cubicBezTo>
                <a:cubicBezTo>
                  <a:pt x="747" y="264"/>
                  <a:pt x="687" y="304"/>
                  <a:pt x="647" y="352"/>
                </a:cubicBezTo>
                <a:cubicBezTo>
                  <a:pt x="619" y="298"/>
                  <a:pt x="568" y="264"/>
                  <a:pt x="490" y="264"/>
                </a:cubicBezTo>
                <a:cubicBezTo>
                  <a:pt x="405" y="264"/>
                  <a:pt x="355" y="303"/>
                  <a:pt x="325" y="342"/>
                </a:cubicBezTo>
                <a:lnTo>
                  <a:pt x="325" y="296"/>
                </a:lnTo>
                <a:cubicBezTo>
                  <a:pt x="325" y="281"/>
                  <a:pt x="319" y="275"/>
                  <a:pt x="304" y="275"/>
                </a:cubicBezTo>
                <a:lnTo>
                  <a:pt x="261" y="275"/>
                </a:lnTo>
                <a:cubicBezTo>
                  <a:pt x="246" y="275"/>
                  <a:pt x="240" y="281"/>
                  <a:pt x="240" y="296"/>
                </a:cubicBezTo>
                <a:lnTo>
                  <a:pt x="240" y="811"/>
                </a:lnTo>
                <a:cubicBezTo>
                  <a:pt x="240" y="826"/>
                  <a:pt x="246" y="832"/>
                  <a:pt x="261" y="832"/>
                </a:cubicBezTo>
                <a:lnTo>
                  <a:pt x="310" y="832"/>
                </a:lnTo>
                <a:close/>
                <a:moveTo>
                  <a:pt x="1544" y="832"/>
                </a:moveTo>
                <a:lnTo>
                  <a:pt x="1544" y="832"/>
                </a:lnTo>
                <a:cubicBezTo>
                  <a:pt x="1559" y="832"/>
                  <a:pt x="1565" y="826"/>
                  <a:pt x="1565" y="811"/>
                </a:cubicBezTo>
                <a:lnTo>
                  <a:pt x="1565" y="465"/>
                </a:lnTo>
                <a:cubicBezTo>
                  <a:pt x="1565" y="346"/>
                  <a:pt x="1502" y="264"/>
                  <a:pt x="1351" y="264"/>
                </a:cubicBezTo>
                <a:cubicBezTo>
                  <a:pt x="1274" y="264"/>
                  <a:pt x="1203" y="286"/>
                  <a:pt x="1155" y="325"/>
                </a:cubicBezTo>
                <a:cubicBezTo>
                  <a:pt x="1145" y="333"/>
                  <a:pt x="1144" y="344"/>
                  <a:pt x="1151" y="355"/>
                </a:cubicBezTo>
                <a:lnTo>
                  <a:pt x="1169" y="382"/>
                </a:lnTo>
                <a:cubicBezTo>
                  <a:pt x="1179" y="395"/>
                  <a:pt x="1186" y="396"/>
                  <a:pt x="1198" y="386"/>
                </a:cubicBezTo>
                <a:cubicBezTo>
                  <a:pt x="1238" y="355"/>
                  <a:pt x="1292" y="340"/>
                  <a:pt x="1343" y="340"/>
                </a:cubicBezTo>
                <a:cubicBezTo>
                  <a:pt x="1454" y="340"/>
                  <a:pt x="1474" y="411"/>
                  <a:pt x="1474" y="479"/>
                </a:cubicBezTo>
                <a:lnTo>
                  <a:pt x="1474" y="526"/>
                </a:lnTo>
                <a:cubicBezTo>
                  <a:pt x="1444" y="513"/>
                  <a:pt x="1398" y="504"/>
                  <a:pt x="1343" y="504"/>
                </a:cubicBezTo>
                <a:cubicBezTo>
                  <a:pt x="1190" y="504"/>
                  <a:pt x="1122" y="578"/>
                  <a:pt x="1122" y="675"/>
                </a:cubicBezTo>
                <a:cubicBezTo>
                  <a:pt x="1122" y="772"/>
                  <a:pt x="1187" y="844"/>
                  <a:pt x="1307" y="844"/>
                </a:cubicBezTo>
                <a:cubicBezTo>
                  <a:pt x="1400" y="844"/>
                  <a:pt x="1450" y="801"/>
                  <a:pt x="1480" y="761"/>
                </a:cubicBezTo>
                <a:lnTo>
                  <a:pt x="1480" y="811"/>
                </a:lnTo>
                <a:cubicBezTo>
                  <a:pt x="1480" y="826"/>
                  <a:pt x="1486" y="832"/>
                  <a:pt x="1501" y="832"/>
                </a:cubicBezTo>
                <a:lnTo>
                  <a:pt x="1544" y="832"/>
                </a:lnTo>
                <a:close/>
                <a:moveTo>
                  <a:pt x="1322" y="770"/>
                </a:moveTo>
                <a:lnTo>
                  <a:pt x="1322" y="770"/>
                </a:lnTo>
                <a:cubicBezTo>
                  <a:pt x="1237" y="770"/>
                  <a:pt x="1213" y="719"/>
                  <a:pt x="1213" y="673"/>
                </a:cubicBezTo>
                <a:cubicBezTo>
                  <a:pt x="1213" y="615"/>
                  <a:pt x="1251" y="573"/>
                  <a:pt x="1355" y="573"/>
                </a:cubicBezTo>
                <a:cubicBezTo>
                  <a:pt x="1390" y="573"/>
                  <a:pt x="1444" y="578"/>
                  <a:pt x="1474" y="592"/>
                </a:cubicBezTo>
                <a:lnTo>
                  <a:pt x="1474" y="690"/>
                </a:lnTo>
                <a:cubicBezTo>
                  <a:pt x="1435" y="747"/>
                  <a:pt x="1380" y="770"/>
                  <a:pt x="1322" y="770"/>
                </a:cubicBezTo>
                <a:close/>
                <a:moveTo>
                  <a:pt x="2155" y="888"/>
                </a:moveTo>
                <a:lnTo>
                  <a:pt x="2155" y="888"/>
                </a:lnTo>
                <a:cubicBezTo>
                  <a:pt x="2155" y="790"/>
                  <a:pt x="2075" y="746"/>
                  <a:pt x="1974" y="746"/>
                </a:cubicBezTo>
                <a:lnTo>
                  <a:pt x="1834" y="746"/>
                </a:lnTo>
                <a:cubicBezTo>
                  <a:pt x="1766" y="746"/>
                  <a:pt x="1760" y="726"/>
                  <a:pt x="1760" y="709"/>
                </a:cubicBezTo>
                <a:cubicBezTo>
                  <a:pt x="1760" y="688"/>
                  <a:pt x="1771" y="666"/>
                  <a:pt x="1794" y="644"/>
                </a:cubicBezTo>
                <a:cubicBezTo>
                  <a:pt x="1820" y="653"/>
                  <a:pt x="1850" y="658"/>
                  <a:pt x="1884" y="658"/>
                </a:cubicBezTo>
                <a:cubicBezTo>
                  <a:pt x="2037" y="658"/>
                  <a:pt x="2094" y="559"/>
                  <a:pt x="2094" y="460"/>
                </a:cubicBezTo>
                <a:cubicBezTo>
                  <a:pt x="2094" y="409"/>
                  <a:pt x="2079" y="369"/>
                  <a:pt x="2039" y="335"/>
                </a:cubicBezTo>
                <a:cubicBezTo>
                  <a:pt x="2062" y="341"/>
                  <a:pt x="2098" y="346"/>
                  <a:pt x="2127" y="346"/>
                </a:cubicBezTo>
                <a:cubicBezTo>
                  <a:pt x="2141" y="346"/>
                  <a:pt x="2148" y="340"/>
                  <a:pt x="2148" y="325"/>
                </a:cubicBezTo>
                <a:lnTo>
                  <a:pt x="2148" y="296"/>
                </a:lnTo>
                <a:cubicBezTo>
                  <a:pt x="2148" y="281"/>
                  <a:pt x="2142" y="275"/>
                  <a:pt x="2127" y="275"/>
                </a:cubicBezTo>
                <a:lnTo>
                  <a:pt x="1958" y="275"/>
                </a:lnTo>
                <a:cubicBezTo>
                  <a:pt x="1937" y="268"/>
                  <a:pt x="1913" y="264"/>
                  <a:pt x="1881" y="264"/>
                </a:cubicBezTo>
                <a:cubicBezTo>
                  <a:pt x="1736" y="264"/>
                  <a:pt x="1677" y="362"/>
                  <a:pt x="1677" y="462"/>
                </a:cubicBezTo>
                <a:cubicBezTo>
                  <a:pt x="1677" y="522"/>
                  <a:pt x="1699" y="584"/>
                  <a:pt x="1754" y="622"/>
                </a:cubicBezTo>
                <a:cubicBezTo>
                  <a:pt x="1719" y="642"/>
                  <a:pt x="1681" y="674"/>
                  <a:pt x="1681" y="724"/>
                </a:cubicBezTo>
                <a:cubicBezTo>
                  <a:pt x="1681" y="762"/>
                  <a:pt x="1702" y="788"/>
                  <a:pt x="1732" y="801"/>
                </a:cubicBezTo>
                <a:cubicBezTo>
                  <a:pt x="1677" y="823"/>
                  <a:pt x="1640" y="862"/>
                  <a:pt x="1640" y="922"/>
                </a:cubicBezTo>
                <a:cubicBezTo>
                  <a:pt x="1640" y="1020"/>
                  <a:pt x="1736" y="1076"/>
                  <a:pt x="1882" y="1076"/>
                </a:cubicBezTo>
                <a:cubicBezTo>
                  <a:pt x="2060" y="1076"/>
                  <a:pt x="2155" y="994"/>
                  <a:pt x="2155" y="888"/>
                </a:cubicBezTo>
                <a:close/>
                <a:moveTo>
                  <a:pt x="1728" y="911"/>
                </a:moveTo>
                <a:lnTo>
                  <a:pt x="1728" y="911"/>
                </a:lnTo>
                <a:cubicBezTo>
                  <a:pt x="1728" y="873"/>
                  <a:pt x="1747" y="841"/>
                  <a:pt x="1792" y="820"/>
                </a:cubicBezTo>
                <a:lnTo>
                  <a:pt x="1956" y="820"/>
                </a:lnTo>
                <a:cubicBezTo>
                  <a:pt x="2038" y="820"/>
                  <a:pt x="2065" y="854"/>
                  <a:pt x="2065" y="897"/>
                </a:cubicBezTo>
                <a:cubicBezTo>
                  <a:pt x="2065" y="960"/>
                  <a:pt x="2009" y="1011"/>
                  <a:pt x="1884" y="1011"/>
                </a:cubicBezTo>
                <a:cubicBezTo>
                  <a:pt x="1762" y="1011"/>
                  <a:pt x="1728" y="963"/>
                  <a:pt x="1728" y="911"/>
                </a:cubicBezTo>
                <a:close/>
                <a:moveTo>
                  <a:pt x="1766" y="461"/>
                </a:moveTo>
                <a:lnTo>
                  <a:pt x="1766" y="461"/>
                </a:lnTo>
                <a:cubicBezTo>
                  <a:pt x="1766" y="385"/>
                  <a:pt x="1808" y="328"/>
                  <a:pt x="1886" y="328"/>
                </a:cubicBezTo>
                <a:cubicBezTo>
                  <a:pt x="1964" y="328"/>
                  <a:pt x="2005" y="385"/>
                  <a:pt x="2005" y="461"/>
                </a:cubicBezTo>
                <a:cubicBezTo>
                  <a:pt x="2005" y="537"/>
                  <a:pt x="1964" y="593"/>
                  <a:pt x="1886" y="593"/>
                </a:cubicBezTo>
                <a:cubicBezTo>
                  <a:pt x="1808" y="593"/>
                  <a:pt x="1766" y="537"/>
                  <a:pt x="1766" y="461"/>
                </a:cubicBezTo>
                <a:close/>
                <a:moveTo>
                  <a:pt x="2300" y="832"/>
                </a:moveTo>
                <a:lnTo>
                  <a:pt x="2300" y="832"/>
                </a:lnTo>
                <a:cubicBezTo>
                  <a:pt x="2315" y="832"/>
                  <a:pt x="2320" y="826"/>
                  <a:pt x="2320" y="811"/>
                </a:cubicBezTo>
                <a:lnTo>
                  <a:pt x="2320" y="296"/>
                </a:lnTo>
                <a:cubicBezTo>
                  <a:pt x="2320" y="281"/>
                  <a:pt x="2315" y="275"/>
                  <a:pt x="2300" y="275"/>
                </a:cubicBezTo>
                <a:lnTo>
                  <a:pt x="2251" y="275"/>
                </a:lnTo>
                <a:cubicBezTo>
                  <a:pt x="2236" y="275"/>
                  <a:pt x="2230" y="281"/>
                  <a:pt x="2230" y="296"/>
                </a:cubicBezTo>
                <a:lnTo>
                  <a:pt x="2230" y="811"/>
                </a:lnTo>
                <a:cubicBezTo>
                  <a:pt x="2230" y="826"/>
                  <a:pt x="2236" y="832"/>
                  <a:pt x="2251" y="832"/>
                </a:cubicBezTo>
                <a:lnTo>
                  <a:pt x="2300" y="832"/>
                </a:lnTo>
                <a:close/>
                <a:moveTo>
                  <a:pt x="2337" y="74"/>
                </a:moveTo>
                <a:lnTo>
                  <a:pt x="2337" y="74"/>
                </a:lnTo>
                <a:cubicBezTo>
                  <a:pt x="2337" y="40"/>
                  <a:pt x="2314" y="12"/>
                  <a:pt x="2275" y="12"/>
                </a:cubicBezTo>
                <a:cubicBezTo>
                  <a:pt x="2237" y="12"/>
                  <a:pt x="2214" y="40"/>
                  <a:pt x="2214" y="74"/>
                </a:cubicBezTo>
                <a:cubicBezTo>
                  <a:pt x="2214" y="109"/>
                  <a:pt x="2237" y="137"/>
                  <a:pt x="2275" y="137"/>
                </a:cubicBezTo>
                <a:cubicBezTo>
                  <a:pt x="2314" y="137"/>
                  <a:pt x="2337" y="109"/>
                  <a:pt x="2337" y="74"/>
                </a:cubicBezTo>
                <a:close/>
                <a:moveTo>
                  <a:pt x="2528" y="832"/>
                </a:moveTo>
                <a:lnTo>
                  <a:pt x="2528" y="832"/>
                </a:lnTo>
                <a:cubicBezTo>
                  <a:pt x="2543" y="832"/>
                  <a:pt x="2549" y="826"/>
                  <a:pt x="2549" y="811"/>
                </a:cubicBezTo>
                <a:lnTo>
                  <a:pt x="2549" y="413"/>
                </a:lnTo>
                <a:cubicBezTo>
                  <a:pt x="2590" y="357"/>
                  <a:pt x="2648" y="339"/>
                  <a:pt x="2696" y="339"/>
                </a:cubicBezTo>
                <a:cubicBezTo>
                  <a:pt x="2795" y="339"/>
                  <a:pt x="2817" y="418"/>
                  <a:pt x="2817" y="483"/>
                </a:cubicBezTo>
                <a:lnTo>
                  <a:pt x="2817" y="811"/>
                </a:lnTo>
                <a:cubicBezTo>
                  <a:pt x="2817" y="826"/>
                  <a:pt x="2823" y="832"/>
                  <a:pt x="2838" y="832"/>
                </a:cubicBezTo>
                <a:lnTo>
                  <a:pt x="2887" y="832"/>
                </a:lnTo>
                <a:cubicBezTo>
                  <a:pt x="2902" y="832"/>
                  <a:pt x="2908" y="826"/>
                  <a:pt x="2908" y="811"/>
                </a:cubicBezTo>
                <a:lnTo>
                  <a:pt x="2908" y="475"/>
                </a:lnTo>
                <a:cubicBezTo>
                  <a:pt x="2908" y="361"/>
                  <a:pt x="2853" y="264"/>
                  <a:pt x="2715" y="264"/>
                </a:cubicBezTo>
                <a:cubicBezTo>
                  <a:pt x="2627" y="264"/>
                  <a:pt x="2575" y="303"/>
                  <a:pt x="2543" y="342"/>
                </a:cubicBezTo>
                <a:lnTo>
                  <a:pt x="2543" y="296"/>
                </a:lnTo>
                <a:cubicBezTo>
                  <a:pt x="2543" y="281"/>
                  <a:pt x="2538" y="275"/>
                  <a:pt x="2522" y="275"/>
                </a:cubicBezTo>
                <a:lnTo>
                  <a:pt x="2480" y="275"/>
                </a:lnTo>
                <a:cubicBezTo>
                  <a:pt x="2464" y="275"/>
                  <a:pt x="2459" y="281"/>
                  <a:pt x="2459" y="296"/>
                </a:cubicBezTo>
                <a:lnTo>
                  <a:pt x="2459" y="811"/>
                </a:lnTo>
                <a:cubicBezTo>
                  <a:pt x="2459" y="826"/>
                  <a:pt x="2464" y="832"/>
                  <a:pt x="2480" y="832"/>
                </a:cubicBezTo>
                <a:lnTo>
                  <a:pt x="2528" y="832"/>
                </a:lnTo>
                <a:close/>
                <a:moveTo>
                  <a:pt x="3428" y="832"/>
                </a:moveTo>
                <a:lnTo>
                  <a:pt x="3428" y="832"/>
                </a:lnTo>
                <a:cubicBezTo>
                  <a:pt x="3443" y="832"/>
                  <a:pt x="3449" y="826"/>
                  <a:pt x="3449" y="811"/>
                </a:cubicBezTo>
                <a:lnTo>
                  <a:pt x="3449" y="465"/>
                </a:lnTo>
                <a:cubicBezTo>
                  <a:pt x="3449" y="346"/>
                  <a:pt x="3387" y="264"/>
                  <a:pt x="3236" y="264"/>
                </a:cubicBezTo>
                <a:cubicBezTo>
                  <a:pt x="3158" y="264"/>
                  <a:pt x="3087" y="286"/>
                  <a:pt x="3040" y="325"/>
                </a:cubicBezTo>
                <a:cubicBezTo>
                  <a:pt x="3029" y="333"/>
                  <a:pt x="3028" y="344"/>
                  <a:pt x="3035" y="355"/>
                </a:cubicBezTo>
                <a:lnTo>
                  <a:pt x="3054" y="382"/>
                </a:lnTo>
                <a:cubicBezTo>
                  <a:pt x="3063" y="395"/>
                  <a:pt x="3070" y="396"/>
                  <a:pt x="3083" y="386"/>
                </a:cubicBezTo>
                <a:cubicBezTo>
                  <a:pt x="3122" y="355"/>
                  <a:pt x="3177" y="340"/>
                  <a:pt x="3228" y="340"/>
                </a:cubicBezTo>
                <a:cubicBezTo>
                  <a:pt x="3338" y="340"/>
                  <a:pt x="3359" y="411"/>
                  <a:pt x="3359" y="479"/>
                </a:cubicBezTo>
                <a:lnTo>
                  <a:pt x="3359" y="526"/>
                </a:lnTo>
                <a:cubicBezTo>
                  <a:pt x="3329" y="513"/>
                  <a:pt x="3282" y="504"/>
                  <a:pt x="3228" y="504"/>
                </a:cubicBezTo>
                <a:cubicBezTo>
                  <a:pt x="3074" y="504"/>
                  <a:pt x="3006" y="578"/>
                  <a:pt x="3006" y="675"/>
                </a:cubicBezTo>
                <a:cubicBezTo>
                  <a:pt x="3006" y="772"/>
                  <a:pt x="3071" y="844"/>
                  <a:pt x="3192" y="844"/>
                </a:cubicBezTo>
                <a:cubicBezTo>
                  <a:pt x="3284" y="844"/>
                  <a:pt x="3334" y="801"/>
                  <a:pt x="3364" y="761"/>
                </a:cubicBezTo>
                <a:lnTo>
                  <a:pt x="3364" y="811"/>
                </a:lnTo>
                <a:cubicBezTo>
                  <a:pt x="3364" y="826"/>
                  <a:pt x="3370" y="832"/>
                  <a:pt x="3385" y="832"/>
                </a:cubicBezTo>
                <a:lnTo>
                  <a:pt x="3428" y="832"/>
                </a:lnTo>
                <a:close/>
                <a:moveTo>
                  <a:pt x="3207" y="770"/>
                </a:moveTo>
                <a:lnTo>
                  <a:pt x="3207" y="770"/>
                </a:lnTo>
                <a:cubicBezTo>
                  <a:pt x="3121" y="770"/>
                  <a:pt x="3098" y="719"/>
                  <a:pt x="3098" y="673"/>
                </a:cubicBezTo>
                <a:cubicBezTo>
                  <a:pt x="3098" y="615"/>
                  <a:pt x="3135" y="573"/>
                  <a:pt x="3239" y="573"/>
                </a:cubicBezTo>
                <a:cubicBezTo>
                  <a:pt x="3274" y="573"/>
                  <a:pt x="3329" y="578"/>
                  <a:pt x="3359" y="592"/>
                </a:cubicBezTo>
                <a:lnTo>
                  <a:pt x="3359" y="690"/>
                </a:lnTo>
                <a:cubicBezTo>
                  <a:pt x="3319" y="747"/>
                  <a:pt x="3265" y="770"/>
                  <a:pt x="3207" y="770"/>
                </a:cubicBezTo>
                <a:close/>
                <a:moveTo>
                  <a:pt x="3608" y="346"/>
                </a:moveTo>
                <a:lnTo>
                  <a:pt x="3608" y="346"/>
                </a:lnTo>
                <a:lnTo>
                  <a:pt x="3608" y="676"/>
                </a:lnTo>
                <a:cubicBezTo>
                  <a:pt x="3608" y="799"/>
                  <a:pt x="3663" y="844"/>
                  <a:pt x="3760" y="844"/>
                </a:cubicBezTo>
                <a:cubicBezTo>
                  <a:pt x="3798" y="844"/>
                  <a:pt x="3834" y="837"/>
                  <a:pt x="3867" y="818"/>
                </a:cubicBezTo>
                <a:cubicBezTo>
                  <a:pt x="3878" y="811"/>
                  <a:pt x="3882" y="802"/>
                  <a:pt x="3876" y="788"/>
                </a:cubicBezTo>
                <a:lnTo>
                  <a:pt x="3863" y="758"/>
                </a:lnTo>
                <a:cubicBezTo>
                  <a:pt x="3858" y="745"/>
                  <a:pt x="3851" y="743"/>
                  <a:pt x="3838" y="750"/>
                </a:cubicBezTo>
                <a:cubicBezTo>
                  <a:pt x="3818" y="761"/>
                  <a:pt x="3797" y="768"/>
                  <a:pt x="3772" y="768"/>
                </a:cubicBezTo>
                <a:cubicBezTo>
                  <a:pt x="3717" y="768"/>
                  <a:pt x="3699" y="734"/>
                  <a:pt x="3699" y="673"/>
                </a:cubicBezTo>
                <a:lnTo>
                  <a:pt x="3699" y="346"/>
                </a:lnTo>
                <a:lnTo>
                  <a:pt x="3856" y="346"/>
                </a:lnTo>
                <a:cubicBezTo>
                  <a:pt x="3871" y="346"/>
                  <a:pt x="3877" y="340"/>
                  <a:pt x="3877" y="325"/>
                </a:cubicBezTo>
                <a:lnTo>
                  <a:pt x="3877" y="296"/>
                </a:lnTo>
                <a:cubicBezTo>
                  <a:pt x="3877" y="281"/>
                  <a:pt x="3871" y="275"/>
                  <a:pt x="3856" y="275"/>
                </a:cubicBezTo>
                <a:lnTo>
                  <a:pt x="3699" y="275"/>
                </a:lnTo>
                <a:lnTo>
                  <a:pt x="3699" y="146"/>
                </a:lnTo>
                <a:cubicBezTo>
                  <a:pt x="3699" y="131"/>
                  <a:pt x="3693" y="125"/>
                  <a:pt x="3678" y="125"/>
                </a:cubicBezTo>
                <a:lnTo>
                  <a:pt x="3629" y="125"/>
                </a:lnTo>
                <a:cubicBezTo>
                  <a:pt x="3614" y="125"/>
                  <a:pt x="3608" y="131"/>
                  <a:pt x="3608" y="146"/>
                </a:cubicBezTo>
                <a:lnTo>
                  <a:pt x="3608" y="275"/>
                </a:lnTo>
                <a:lnTo>
                  <a:pt x="3534" y="275"/>
                </a:lnTo>
                <a:cubicBezTo>
                  <a:pt x="3519" y="275"/>
                  <a:pt x="3513" y="281"/>
                  <a:pt x="3513" y="296"/>
                </a:cubicBezTo>
                <a:lnTo>
                  <a:pt x="3513" y="325"/>
                </a:lnTo>
                <a:cubicBezTo>
                  <a:pt x="3513" y="340"/>
                  <a:pt x="3519" y="346"/>
                  <a:pt x="3534" y="346"/>
                </a:cubicBezTo>
                <a:lnTo>
                  <a:pt x="3608" y="346"/>
                </a:lnTo>
                <a:close/>
                <a:moveTo>
                  <a:pt x="4030" y="832"/>
                </a:moveTo>
                <a:lnTo>
                  <a:pt x="4030" y="832"/>
                </a:lnTo>
                <a:cubicBezTo>
                  <a:pt x="4045" y="832"/>
                  <a:pt x="4051" y="826"/>
                  <a:pt x="4051" y="811"/>
                </a:cubicBezTo>
                <a:lnTo>
                  <a:pt x="4051" y="296"/>
                </a:lnTo>
                <a:cubicBezTo>
                  <a:pt x="4051" y="281"/>
                  <a:pt x="4045" y="275"/>
                  <a:pt x="4030" y="275"/>
                </a:cubicBezTo>
                <a:lnTo>
                  <a:pt x="3982" y="275"/>
                </a:lnTo>
                <a:cubicBezTo>
                  <a:pt x="3967" y="275"/>
                  <a:pt x="3961" y="281"/>
                  <a:pt x="3961" y="296"/>
                </a:cubicBezTo>
                <a:lnTo>
                  <a:pt x="3961" y="811"/>
                </a:lnTo>
                <a:cubicBezTo>
                  <a:pt x="3961" y="826"/>
                  <a:pt x="3967" y="832"/>
                  <a:pt x="3982" y="832"/>
                </a:cubicBezTo>
                <a:lnTo>
                  <a:pt x="4030" y="832"/>
                </a:lnTo>
                <a:close/>
                <a:moveTo>
                  <a:pt x="4068" y="74"/>
                </a:moveTo>
                <a:lnTo>
                  <a:pt x="4068" y="74"/>
                </a:lnTo>
                <a:cubicBezTo>
                  <a:pt x="4068" y="40"/>
                  <a:pt x="4044" y="12"/>
                  <a:pt x="4006" y="12"/>
                </a:cubicBezTo>
                <a:cubicBezTo>
                  <a:pt x="3968" y="12"/>
                  <a:pt x="3945" y="40"/>
                  <a:pt x="3945" y="74"/>
                </a:cubicBezTo>
                <a:cubicBezTo>
                  <a:pt x="3945" y="109"/>
                  <a:pt x="3968" y="137"/>
                  <a:pt x="4006" y="137"/>
                </a:cubicBezTo>
                <a:cubicBezTo>
                  <a:pt x="4044" y="137"/>
                  <a:pt x="4068" y="109"/>
                  <a:pt x="4068" y="74"/>
                </a:cubicBezTo>
                <a:close/>
                <a:moveTo>
                  <a:pt x="4248" y="554"/>
                </a:moveTo>
                <a:lnTo>
                  <a:pt x="4248" y="554"/>
                </a:lnTo>
                <a:cubicBezTo>
                  <a:pt x="4248" y="439"/>
                  <a:pt x="4295" y="335"/>
                  <a:pt x="4411" y="335"/>
                </a:cubicBezTo>
                <a:cubicBezTo>
                  <a:pt x="4527" y="335"/>
                  <a:pt x="4573" y="439"/>
                  <a:pt x="4573" y="554"/>
                </a:cubicBezTo>
                <a:cubicBezTo>
                  <a:pt x="4573" y="668"/>
                  <a:pt x="4527" y="772"/>
                  <a:pt x="4411" y="772"/>
                </a:cubicBezTo>
                <a:cubicBezTo>
                  <a:pt x="4295" y="772"/>
                  <a:pt x="4248" y="668"/>
                  <a:pt x="4248" y="554"/>
                </a:cubicBezTo>
                <a:close/>
                <a:moveTo>
                  <a:pt x="4667" y="554"/>
                </a:moveTo>
                <a:lnTo>
                  <a:pt x="4667" y="554"/>
                </a:lnTo>
                <a:cubicBezTo>
                  <a:pt x="4667" y="404"/>
                  <a:pt x="4593" y="264"/>
                  <a:pt x="4411" y="264"/>
                </a:cubicBezTo>
                <a:cubicBezTo>
                  <a:pt x="4232" y="264"/>
                  <a:pt x="4155" y="404"/>
                  <a:pt x="4155" y="554"/>
                </a:cubicBezTo>
                <a:cubicBezTo>
                  <a:pt x="4155" y="703"/>
                  <a:pt x="4229" y="844"/>
                  <a:pt x="4411" y="844"/>
                </a:cubicBezTo>
                <a:cubicBezTo>
                  <a:pt x="4590" y="844"/>
                  <a:pt x="4667" y="703"/>
                  <a:pt x="4667" y="554"/>
                </a:cubicBezTo>
                <a:close/>
                <a:moveTo>
                  <a:pt x="4844" y="832"/>
                </a:moveTo>
                <a:lnTo>
                  <a:pt x="4844" y="832"/>
                </a:lnTo>
                <a:cubicBezTo>
                  <a:pt x="4859" y="832"/>
                  <a:pt x="4864" y="826"/>
                  <a:pt x="4864" y="811"/>
                </a:cubicBezTo>
                <a:lnTo>
                  <a:pt x="4864" y="413"/>
                </a:lnTo>
                <a:cubicBezTo>
                  <a:pt x="4905" y="357"/>
                  <a:pt x="4963" y="339"/>
                  <a:pt x="5012" y="339"/>
                </a:cubicBezTo>
                <a:cubicBezTo>
                  <a:pt x="5110" y="339"/>
                  <a:pt x="5132" y="418"/>
                  <a:pt x="5132" y="483"/>
                </a:cubicBezTo>
                <a:lnTo>
                  <a:pt x="5132" y="811"/>
                </a:lnTo>
                <a:cubicBezTo>
                  <a:pt x="5132" y="826"/>
                  <a:pt x="5138" y="832"/>
                  <a:pt x="5153" y="832"/>
                </a:cubicBezTo>
                <a:lnTo>
                  <a:pt x="5202" y="832"/>
                </a:lnTo>
                <a:cubicBezTo>
                  <a:pt x="5217" y="832"/>
                  <a:pt x="5223" y="826"/>
                  <a:pt x="5223" y="811"/>
                </a:cubicBezTo>
                <a:lnTo>
                  <a:pt x="5223" y="475"/>
                </a:lnTo>
                <a:cubicBezTo>
                  <a:pt x="5223" y="361"/>
                  <a:pt x="5168" y="264"/>
                  <a:pt x="5030" y="264"/>
                </a:cubicBezTo>
                <a:cubicBezTo>
                  <a:pt x="4942" y="264"/>
                  <a:pt x="4890" y="303"/>
                  <a:pt x="4859" y="342"/>
                </a:cubicBezTo>
                <a:lnTo>
                  <a:pt x="4859" y="296"/>
                </a:lnTo>
                <a:cubicBezTo>
                  <a:pt x="4859" y="281"/>
                  <a:pt x="4853" y="275"/>
                  <a:pt x="4838" y="275"/>
                </a:cubicBezTo>
                <a:lnTo>
                  <a:pt x="4795" y="275"/>
                </a:lnTo>
                <a:cubicBezTo>
                  <a:pt x="4780" y="275"/>
                  <a:pt x="4774" y="281"/>
                  <a:pt x="4774" y="296"/>
                </a:cubicBezTo>
                <a:lnTo>
                  <a:pt x="4774" y="811"/>
                </a:lnTo>
                <a:cubicBezTo>
                  <a:pt x="4774" y="826"/>
                  <a:pt x="4780" y="832"/>
                  <a:pt x="4795" y="832"/>
                </a:cubicBezTo>
                <a:lnTo>
                  <a:pt x="4844" y="832"/>
                </a:lnTo>
                <a:close/>
                <a:moveTo>
                  <a:pt x="6024" y="832"/>
                </a:moveTo>
                <a:lnTo>
                  <a:pt x="6024" y="832"/>
                </a:lnTo>
                <a:cubicBezTo>
                  <a:pt x="6039" y="832"/>
                  <a:pt x="6045" y="826"/>
                  <a:pt x="6045" y="811"/>
                </a:cubicBezTo>
                <a:lnTo>
                  <a:pt x="6045" y="465"/>
                </a:lnTo>
                <a:cubicBezTo>
                  <a:pt x="6045" y="346"/>
                  <a:pt x="5983" y="264"/>
                  <a:pt x="5832" y="264"/>
                </a:cubicBezTo>
                <a:cubicBezTo>
                  <a:pt x="5754" y="264"/>
                  <a:pt x="5683" y="286"/>
                  <a:pt x="5636" y="325"/>
                </a:cubicBezTo>
                <a:cubicBezTo>
                  <a:pt x="5625" y="333"/>
                  <a:pt x="5624" y="344"/>
                  <a:pt x="5631" y="355"/>
                </a:cubicBezTo>
                <a:lnTo>
                  <a:pt x="5650" y="382"/>
                </a:lnTo>
                <a:cubicBezTo>
                  <a:pt x="5659" y="395"/>
                  <a:pt x="5666" y="396"/>
                  <a:pt x="5679" y="386"/>
                </a:cubicBezTo>
                <a:cubicBezTo>
                  <a:pt x="5718" y="355"/>
                  <a:pt x="5773" y="340"/>
                  <a:pt x="5824" y="340"/>
                </a:cubicBezTo>
                <a:cubicBezTo>
                  <a:pt x="5934" y="340"/>
                  <a:pt x="5955" y="411"/>
                  <a:pt x="5955" y="479"/>
                </a:cubicBezTo>
                <a:lnTo>
                  <a:pt x="5955" y="526"/>
                </a:lnTo>
                <a:cubicBezTo>
                  <a:pt x="5925" y="513"/>
                  <a:pt x="5878" y="504"/>
                  <a:pt x="5824" y="504"/>
                </a:cubicBezTo>
                <a:cubicBezTo>
                  <a:pt x="5671" y="504"/>
                  <a:pt x="5602" y="578"/>
                  <a:pt x="5602" y="675"/>
                </a:cubicBezTo>
                <a:cubicBezTo>
                  <a:pt x="5602" y="772"/>
                  <a:pt x="5667" y="844"/>
                  <a:pt x="5788" y="844"/>
                </a:cubicBezTo>
                <a:cubicBezTo>
                  <a:pt x="5881" y="844"/>
                  <a:pt x="5930" y="801"/>
                  <a:pt x="5961" y="761"/>
                </a:cubicBezTo>
                <a:lnTo>
                  <a:pt x="5961" y="811"/>
                </a:lnTo>
                <a:cubicBezTo>
                  <a:pt x="5961" y="826"/>
                  <a:pt x="5966" y="832"/>
                  <a:pt x="5981" y="832"/>
                </a:cubicBezTo>
                <a:lnTo>
                  <a:pt x="6024" y="832"/>
                </a:lnTo>
                <a:close/>
                <a:moveTo>
                  <a:pt x="5803" y="770"/>
                </a:moveTo>
                <a:lnTo>
                  <a:pt x="5803" y="770"/>
                </a:lnTo>
                <a:cubicBezTo>
                  <a:pt x="5717" y="770"/>
                  <a:pt x="5694" y="719"/>
                  <a:pt x="5694" y="673"/>
                </a:cubicBezTo>
                <a:cubicBezTo>
                  <a:pt x="5694" y="615"/>
                  <a:pt x="5731" y="573"/>
                  <a:pt x="5835" y="573"/>
                </a:cubicBezTo>
                <a:cubicBezTo>
                  <a:pt x="5870" y="573"/>
                  <a:pt x="5925" y="578"/>
                  <a:pt x="5955" y="592"/>
                </a:cubicBezTo>
                <a:lnTo>
                  <a:pt x="5955" y="690"/>
                </a:lnTo>
                <a:cubicBezTo>
                  <a:pt x="5915" y="747"/>
                  <a:pt x="5861" y="770"/>
                  <a:pt x="5803" y="770"/>
                </a:cubicBezTo>
                <a:close/>
                <a:moveTo>
                  <a:pt x="6204" y="346"/>
                </a:moveTo>
                <a:lnTo>
                  <a:pt x="6204" y="346"/>
                </a:lnTo>
                <a:lnTo>
                  <a:pt x="6204" y="676"/>
                </a:lnTo>
                <a:cubicBezTo>
                  <a:pt x="6204" y="799"/>
                  <a:pt x="6259" y="844"/>
                  <a:pt x="6356" y="844"/>
                </a:cubicBezTo>
                <a:cubicBezTo>
                  <a:pt x="6395" y="844"/>
                  <a:pt x="6431" y="837"/>
                  <a:pt x="6463" y="818"/>
                </a:cubicBezTo>
                <a:cubicBezTo>
                  <a:pt x="6475" y="811"/>
                  <a:pt x="6478" y="802"/>
                  <a:pt x="6472" y="788"/>
                </a:cubicBezTo>
                <a:lnTo>
                  <a:pt x="6460" y="758"/>
                </a:lnTo>
                <a:cubicBezTo>
                  <a:pt x="6454" y="745"/>
                  <a:pt x="6447" y="743"/>
                  <a:pt x="6434" y="750"/>
                </a:cubicBezTo>
                <a:cubicBezTo>
                  <a:pt x="6414" y="761"/>
                  <a:pt x="6393" y="768"/>
                  <a:pt x="6368" y="768"/>
                </a:cubicBezTo>
                <a:cubicBezTo>
                  <a:pt x="6313" y="768"/>
                  <a:pt x="6295" y="734"/>
                  <a:pt x="6295" y="673"/>
                </a:cubicBezTo>
                <a:lnTo>
                  <a:pt x="6295" y="346"/>
                </a:lnTo>
                <a:lnTo>
                  <a:pt x="6453" y="346"/>
                </a:lnTo>
                <a:cubicBezTo>
                  <a:pt x="6468" y="346"/>
                  <a:pt x="6473" y="340"/>
                  <a:pt x="6473" y="325"/>
                </a:cubicBezTo>
                <a:lnTo>
                  <a:pt x="6473" y="296"/>
                </a:lnTo>
                <a:cubicBezTo>
                  <a:pt x="6473" y="281"/>
                  <a:pt x="6468" y="275"/>
                  <a:pt x="6453" y="275"/>
                </a:cubicBezTo>
                <a:lnTo>
                  <a:pt x="6295" y="275"/>
                </a:lnTo>
                <a:lnTo>
                  <a:pt x="6295" y="146"/>
                </a:lnTo>
                <a:cubicBezTo>
                  <a:pt x="6295" y="131"/>
                  <a:pt x="6289" y="125"/>
                  <a:pt x="6274" y="125"/>
                </a:cubicBezTo>
                <a:lnTo>
                  <a:pt x="6225" y="125"/>
                </a:lnTo>
                <a:cubicBezTo>
                  <a:pt x="6210" y="125"/>
                  <a:pt x="6204" y="131"/>
                  <a:pt x="6204" y="146"/>
                </a:cubicBezTo>
                <a:lnTo>
                  <a:pt x="6204" y="275"/>
                </a:lnTo>
                <a:lnTo>
                  <a:pt x="6130" y="275"/>
                </a:lnTo>
                <a:cubicBezTo>
                  <a:pt x="6115" y="275"/>
                  <a:pt x="6109" y="281"/>
                  <a:pt x="6109" y="296"/>
                </a:cubicBezTo>
                <a:lnTo>
                  <a:pt x="6109" y="325"/>
                </a:lnTo>
                <a:cubicBezTo>
                  <a:pt x="6109" y="340"/>
                  <a:pt x="6115" y="346"/>
                  <a:pt x="6130" y="346"/>
                </a:cubicBezTo>
                <a:lnTo>
                  <a:pt x="6204" y="346"/>
                </a:lnTo>
                <a:close/>
                <a:moveTo>
                  <a:pt x="7502" y="275"/>
                </a:moveTo>
                <a:lnTo>
                  <a:pt x="7502" y="275"/>
                </a:lnTo>
                <a:cubicBezTo>
                  <a:pt x="7487" y="275"/>
                  <a:pt x="7480" y="281"/>
                  <a:pt x="7478" y="296"/>
                </a:cubicBezTo>
                <a:cubicBezTo>
                  <a:pt x="7451" y="447"/>
                  <a:pt x="7398" y="628"/>
                  <a:pt x="7350" y="741"/>
                </a:cubicBezTo>
                <a:cubicBezTo>
                  <a:pt x="7298" y="628"/>
                  <a:pt x="7241" y="447"/>
                  <a:pt x="7214" y="296"/>
                </a:cubicBezTo>
                <a:cubicBezTo>
                  <a:pt x="7211" y="281"/>
                  <a:pt x="7204" y="275"/>
                  <a:pt x="7189" y="275"/>
                </a:cubicBezTo>
                <a:lnTo>
                  <a:pt x="7150" y="275"/>
                </a:lnTo>
                <a:cubicBezTo>
                  <a:pt x="7135" y="275"/>
                  <a:pt x="7128" y="281"/>
                  <a:pt x="7125" y="296"/>
                </a:cubicBezTo>
                <a:cubicBezTo>
                  <a:pt x="7099" y="447"/>
                  <a:pt x="7042" y="628"/>
                  <a:pt x="6990" y="741"/>
                </a:cubicBezTo>
                <a:cubicBezTo>
                  <a:pt x="6942" y="628"/>
                  <a:pt x="6889" y="447"/>
                  <a:pt x="6862" y="296"/>
                </a:cubicBezTo>
                <a:cubicBezTo>
                  <a:pt x="6860" y="281"/>
                  <a:pt x="6853" y="275"/>
                  <a:pt x="6838" y="275"/>
                </a:cubicBezTo>
                <a:lnTo>
                  <a:pt x="6788" y="275"/>
                </a:lnTo>
                <a:cubicBezTo>
                  <a:pt x="6776" y="275"/>
                  <a:pt x="6770" y="281"/>
                  <a:pt x="6770" y="290"/>
                </a:cubicBezTo>
                <a:cubicBezTo>
                  <a:pt x="6770" y="295"/>
                  <a:pt x="6772" y="301"/>
                  <a:pt x="6773" y="306"/>
                </a:cubicBezTo>
                <a:cubicBezTo>
                  <a:pt x="6808" y="483"/>
                  <a:pt x="6877" y="688"/>
                  <a:pt x="6935" y="813"/>
                </a:cubicBezTo>
                <a:cubicBezTo>
                  <a:pt x="6941" y="826"/>
                  <a:pt x="6950" y="832"/>
                  <a:pt x="6965" y="832"/>
                </a:cubicBezTo>
                <a:lnTo>
                  <a:pt x="7011" y="832"/>
                </a:lnTo>
                <a:cubicBezTo>
                  <a:pt x="7026" y="832"/>
                  <a:pt x="7034" y="826"/>
                  <a:pt x="7040" y="812"/>
                </a:cubicBezTo>
                <a:cubicBezTo>
                  <a:pt x="7104" y="659"/>
                  <a:pt x="7147" y="533"/>
                  <a:pt x="7169" y="412"/>
                </a:cubicBezTo>
                <a:cubicBezTo>
                  <a:pt x="7193" y="533"/>
                  <a:pt x="7234" y="659"/>
                  <a:pt x="7301" y="813"/>
                </a:cubicBezTo>
                <a:cubicBezTo>
                  <a:pt x="7306" y="826"/>
                  <a:pt x="7314" y="832"/>
                  <a:pt x="7330" y="832"/>
                </a:cubicBezTo>
                <a:lnTo>
                  <a:pt x="7374" y="832"/>
                </a:lnTo>
                <a:cubicBezTo>
                  <a:pt x="7389" y="832"/>
                  <a:pt x="7398" y="825"/>
                  <a:pt x="7404" y="813"/>
                </a:cubicBezTo>
                <a:cubicBezTo>
                  <a:pt x="7465" y="690"/>
                  <a:pt x="7531" y="483"/>
                  <a:pt x="7566" y="306"/>
                </a:cubicBezTo>
                <a:cubicBezTo>
                  <a:pt x="7567" y="301"/>
                  <a:pt x="7568" y="295"/>
                  <a:pt x="7568" y="290"/>
                </a:cubicBezTo>
                <a:cubicBezTo>
                  <a:pt x="7568" y="281"/>
                  <a:pt x="7563" y="275"/>
                  <a:pt x="7551" y="275"/>
                </a:cubicBezTo>
                <a:lnTo>
                  <a:pt x="7502" y="275"/>
                </a:lnTo>
                <a:close/>
                <a:moveTo>
                  <a:pt x="7705" y="554"/>
                </a:moveTo>
                <a:lnTo>
                  <a:pt x="7705" y="554"/>
                </a:lnTo>
                <a:cubicBezTo>
                  <a:pt x="7705" y="439"/>
                  <a:pt x="7752" y="335"/>
                  <a:pt x="7868" y="335"/>
                </a:cubicBezTo>
                <a:cubicBezTo>
                  <a:pt x="7984" y="335"/>
                  <a:pt x="8030" y="439"/>
                  <a:pt x="8030" y="554"/>
                </a:cubicBezTo>
                <a:cubicBezTo>
                  <a:pt x="8030" y="668"/>
                  <a:pt x="7984" y="772"/>
                  <a:pt x="7868" y="772"/>
                </a:cubicBezTo>
                <a:cubicBezTo>
                  <a:pt x="7752" y="772"/>
                  <a:pt x="7705" y="668"/>
                  <a:pt x="7705" y="554"/>
                </a:cubicBezTo>
                <a:close/>
                <a:moveTo>
                  <a:pt x="8124" y="554"/>
                </a:moveTo>
                <a:lnTo>
                  <a:pt x="8124" y="554"/>
                </a:lnTo>
                <a:cubicBezTo>
                  <a:pt x="8124" y="404"/>
                  <a:pt x="8050" y="264"/>
                  <a:pt x="7868" y="264"/>
                </a:cubicBezTo>
                <a:cubicBezTo>
                  <a:pt x="7689" y="264"/>
                  <a:pt x="7611" y="404"/>
                  <a:pt x="7611" y="554"/>
                </a:cubicBezTo>
                <a:cubicBezTo>
                  <a:pt x="7611" y="703"/>
                  <a:pt x="7686" y="844"/>
                  <a:pt x="7868" y="844"/>
                </a:cubicBezTo>
                <a:cubicBezTo>
                  <a:pt x="8046" y="844"/>
                  <a:pt x="8124" y="703"/>
                  <a:pt x="8124" y="554"/>
                </a:cubicBezTo>
                <a:close/>
                <a:moveTo>
                  <a:pt x="8300" y="832"/>
                </a:moveTo>
                <a:lnTo>
                  <a:pt x="8300" y="832"/>
                </a:lnTo>
                <a:cubicBezTo>
                  <a:pt x="8315" y="832"/>
                  <a:pt x="8321" y="826"/>
                  <a:pt x="8321" y="811"/>
                </a:cubicBezTo>
                <a:lnTo>
                  <a:pt x="8321" y="413"/>
                </a:lnTo>
                <a:cubicBezTo>
                  <a:pt x="8357" y="363"/>
                  <a:pt x="8410" y="346"/>
                  <a:pt x="8455" y="346"/>
                </a:cubicBezTo>
                <a:cubicBezTo>
                  <a:pt x="8471" y="346"/>
                  <a:pt x="8487" y="348"/>
                  <a:pt x="8503" y="353"/>
                </a:cubicBezTo>
                <a:cubicBezTo>
                  <a:pt x="8518" y="356"/>
                  <a:pt x="8524" y="353"/>
                  <a:pt x="8528" y="338"/>
                </a:cubicBezTo>
                <a:lnTo>
                  <a:pt x="8537" y="295"/>
                </a:lnTo>
                <a:cubicBezTo>
                  <a:pt x="8540" y="282"/>
                  <a:pt x="8535" y="273"/>
                  <a:pt x="8522" y="269"/>
                </a:cubicBezTo>
                <a:cubicBezTo>
                  <a:pt x="8506" y="265"/>
                  <a:pt x="8488" y="264"/>
                  <a:pt x="8473" y="264"/>
                </a:cubicBezTo>
                <a:cubicBezTo>
                  <a:pt x="8392" y="264"/>
                  <a:pt x="8347" y="308"/>
                  <a:pt x="8315" y="348"/>
                </a:cubicBezTo>
                <a:lnTo>
                  <a:pt x="8315" y="296"/>
                </a:lnTo>
                <a:cubicBezTo>
                  <a:pt x="8315" y="281"/>
                  <a:pt x="8310" y="275"/>
                  <a:pt x="8294" y="275"/>
                </a:cubicBezTo>
                <a:lnTo>
                  <a:pt x="8252" y="275"/>
                </a:lnTo>
                <a:cubicBezTo>
                  <a:pt x="8236" y="275"/>
                  <a:pt x="8231" y="281"/>
                  <a:pt x="8231" y="296"/>
                </a:cubicBezTo>
                <a:lnTo>
                  <a:pt x="8231" y="811"/>
                </a:lnTo>
                <a:cubicBezTo>
                  <a:pt x="8231" y="826"/>
                  <a:pt x="8236" y="832"/>
                  <a:pt x="8252" y="832"/>
                </a:cubicBezTo>
                <a:lnTo>
                  <a:pt x="8300" y="832"/>
                </a:lnTo>
                <a:close/>
                <a:moveTo>
                  <a:pt x="9044" y="832"/>
                </a:moveTo>
                <a:lnTo>
                  <a:pt x="9044" y="832"/>
                </a:lnTo>
                <a:cubicBezTo>
                  <a:pt x="9058" y="832"/>
                  <a:pt x="9061" y="825"/>
                  <a:pt x="9056" y="813"/>
                </a:cubicBezTo>
                <a:cubicBezTo>
                  <a:pt x="9009" y="716"/>
                  <a:pt x="8919" y="595"/>
                  <a:pt x="8833" y="515"/>
                </a:cubicBezTo>
                <a:cubicBezTo>
                  <a:pt x="8909" y="447"/>
                  <a:pt x="8978" y="369"/>
                  <a:pt x="9028" y="293"/>
                </a:cubicBezTo>
                <a:cubicBezTo>
                  <a:pt x="9035" y="282"/>
                  <a:pt x="9031" y="275"/>
                  <a:pt x="9018" y="275"/>
                </a:cubicBezTo>
                <a:lnTo>
                  <a:pt x="8962" y="275"/>
                </a:lnTo>
                <a:cubicBezTo>
                  <a:pt x="8945" y="275"/>
                  <a:pt x="8937" y="280"/>
                  <a:pt x="8928" y="293"/>
                </a:cubicBezTo>
                <a:cubicBezTo>
                  <a:pt x="8878" y="367"/>
                  <a:pt x="8789" y="465"/>
                  <a:pt x="8704" y="526"/>
                </a:cubicBezTo>
                <a:lnTo>
                  <a:pt x="8704" y="20"/>
                </a:lnTo>
                <a:cubicBezTo>
                  <a:pt x="8704" y="5"/>
                  <a:pt x="8698" y="0"/>
                  <a:pt x="8683" y="0"/>
                </a:cubicBezTo>
                <a:lnTo>
                  <a:pt x="8634" y="0"/>
                </a:lnTo>
                <a:cubicBezTo>
                  <a:pt x="8619" y="0"/>
                  <a:pt x="8614" y="5"/>
                  <a:pt x="8614" y="20"/>
                </a:cubicBezTo>
                <a:lnTo>
                  <a:pt x="8614" y="811"/>
                </a:lnTo>
                <a:cubicBezTo>
                  <a:pt x="8614" y="826"/>
                  <a:pt x="8619" y="832"/>
                  <a:pt x="8634" y="832"/>
                </a:cubicBezTo>
                <a:lnTo>
                  <a:pt x="8683" y="832"/>
                </a:lnTo>
                <a:cubicBezTo>
                  <a:pt x="8698" y="832"/>
                  <a:pt x="8704" y="826"/>
                  <a:pt x="8704" y="811"/>
                </a:cubicBezTo>
                <a:lnTo>
                  <a:pt x="8704" y="613"/>
                </a:lnTo>
                <a:cubicBezTo>
                  <a:pt x="8727" y="598"/>
                  <a:pt x="8750" y="581"/>
                  <a:pt x="8773" y="564"/>
                </a:cubicBezTo>
                <a:cubicBezTo>
                  <a:pt x="8846" y="634"/>
                  <a:pt x="8914" y="732"/>
                  <a:pt x="8958" y="813"/>
                </a:cubicBezTo>
                <a:cubicBezTo>
                  <a:pt x="8965" y="827"/>
                  <a:pt x="8973" y="832"/>
                  <a:pt x="8988" y="832"/>
                </a:cubicBezTo>
                <a:lnTo>
                  <a:pt x="9044" y="832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412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onogram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18888" y="2185416"/>
            <a:ext cx="2542032" cy="254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3"/>
          <p:cNvSpPr>
            <a:spLocks noChangeAspect="1" noChangeArrowheads="1" noTextEdit="1"/>
          </p:cNvSpPr>
          <p:nvPr userDrawn="1"/>
        </p:nvSpPr>
        <p:spPr bwMode="auto">
          <a:xfrm>
            <a:off x="4819650" y="2185988"/>
            <a:ext cx="2543175" cy="254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51951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onogram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I:\Dockets\1421 SmallStuff GE PPT\Graphics\GEWhite.em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8888" y="2185416"/>
            <a:ext cx="2542032" cy="254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99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6345936"/>
            <a:ext cx="384048" cy="38404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27188" y="222086"/>
            <a:ext cx="8997696" cy="9144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189" y="1846398"/>
            <a:ext cx="8997696" cy="4343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37192" y="6472936"/>
            <a:ext cx="1876388" cy="182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59AD7A44-F5B9-48AC-81DD-DBE0808B6C3A}" type="datetime4">
              <a:rPr lang="en-US" smtClean="0"/>
              <a:t>March 11, 2026</a:t>
            </a:fld>
            <a:endParaRPr lang="en-CA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27632" y="6472976"/>
            <a:ext cx="2688336" cy="182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r>
              <a:rPr lang="en-CA"/>
              <a:t>Presentation Title</a:t>
            </a:r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13998" y="6475080"/>
            <a:ext cx="329636" cy="182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27188" y="6410996"/>
            <a:ext cx="10115740" cy="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79976" y="6475913"/>
            <a:ext cx="5157216" cy="1828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CA" sz="1200" dirty="0">
                <a:solidFill>
                  <a:schemeClr val="accent2"/>
                </a:solidFill>
              </a:rPr>
              <a:t>Confidential. Not to be copied, distributed, or reproduced without prior approval. 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627188" y="6410996"/>
            <a:ext cx="10115740" cy="0"/>
          </a:xfrm>
          <a:prstGeom prst="line">
            <a:avLst/>
          </a:prstGeom>
          <a:ln w="31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38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914400" rtl="0" eaLnBrk="1" latinLnBrk="0" hangingPunct="1">
        <a:lnSpc>
          <a:spcPct val="99000"/>
        </a:lnSpc>
        <a:spcBef>
          <a:spcPts val="1400"/>
        </a:spcBef>
        <a:spcAft>
          <a:spcPts val="0"/>
        </a:spcAft>
        <a:buFont typeface="Arial" panose="020B0604020202020204" pitchFamily="34" charset="0"/>
        <a:buChar char="•"/>
        <a:defRPr sz="2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192024" indent="0" algn="l" defTabSz="914400" rtl="0" eaLnBrk="1" latinLnBrk="0" hangingPunct="1">
        <a:lnSpc>
          <a:spcPct val="99000"/>
        </a:lnSpc>
        <a:spcBef>
          <a:spcPts val="0"/>
        </a:spcBef>
        <a:buFontTx/>
        <a:buNone/>
        <a:defRPr sz="2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92088" indent="-192088" algn="l" defTabSz="914400" rtl="0" eaLnBrk="1" latinLnBrk="0" hangingPunct="1">
        <a:lnSpc>
          <a:spcPct val="99000"/>
        </a:lnSpc>
        <a:spcBef>
          <a:spcPts val="1200"/>
        </a:spcBef>
        <a:buSzPct val="91000"/>
        <a:buFont typeface="Arial" panose="020B0604020202020204" pitchFamily="34" charset="0"/>
        <a:buChar char="•"/>
        <a:defRPr sz="2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92024" indent="0" algn="l" defTabSz="914400" rtl="0" eaLnBrk="1" latinLnBrk="0" hangingPunct="1">
        <a:lnSpc>
          <a:spcPct val="99000"/>
        </a:lnSpc>
        <a:spcBef>
          <a:spcPts val="0"/>
        </a:spcBef>
        <a:buFontTx/>
        <a:buNone/>
        <a:defRPr sz="24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192024" indent="-192024" algn="l" defTabSz="914400" rtl="0" eaLnBrk="1" latinLnBrk="0" hangingPunct="1">
        <a:lnSpc>
          <a:spcPct val="99000"/>
        </a:lnSpc>
        <a:spcBef>
          <a:spcPts val="900"/>
        </a:spcBef>
        <a:buSzPct val="91000"/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92024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8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9000"/>
        </a:lnSpc>
        <a:spcBef>
          <a:spcPts val="900"/>
        </a:spcBef>
        <a:buSzPct val="91000"/>
        <a:buFontTx/>
        <a:buNone/>
        <a:defRPr sz="1800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914400" rtl="0" eaLnBrk="1" latinLnBrk="0" hangingPunct="1">
        <a:lnSpc>
          <a:spcPct val="99000"/>
        </a:lnSpc>
        <a:spcBef>
          <a:spcPts val="900"/>
        </a:spcBef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55448" indent="-155448" algn="l" defTabSz="91440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14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155448" indent="-155448" algn="l" defTabSz="914400" rtl="0" eaLnBrk="1" latinLnBrk="0" hangingPunct="1">
        <a:lnSpc>
          <a:spcPct val="99000"/>
        </a:lnSpc>
        <a:spcBef>
          <a:spcPts val="900"/>
        </a:spcBef>
        <a:buSzPct val="91000"/>
        <a:buFont typeface="Arial" panose="020B0604020202020204" pitchFamily="34" charset="0"/>
        <a:buChar char="•"/>
        <a:defRPr sz="1400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155448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914400" rtl="0" eaLnBrk="1" latinLnBrk="0" hangingPunct="1">
        <a:lnSpc>
          <a:spcPct val="99000"/>
        </a:lnSpc>
        <a:defRPr sz="14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tthew.salamon@gehealthcare.com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5" Type="http://schemas.openxmlformats.org/officeDocument/2006/relationships/hyperlink" Target="mailto:Mary.ban@gehealthcare.com" TargetMode="External"/><Relationship Id="rId4" Type="http://schemas.openxmlformats.org/officeDocument/2006/relationships/hyperlink" Target="mailto:Jeffrey.andrews@gehealthcar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FE271FC-B17B-B565-4076-D5C4FABA68C8}"/>
              </a:ext>
            </a:extLst>
          </p:cNvPr>
          <p:cNvGrpSpPr>
            <a:grpSpLocks noChangeAspect="1"/>
          </p:cNvGrpSpPr>
          <p:nvPr/>
        </p:nvGrpSpPr>
        <p:grpSpPr>
          <a:xfrm>
            <a:off x="304800" y="0"/>
            <a:ext cx="11379200" cy="5959258"/>
            <a:chOff x="231569" y="308229"/>
            <a:chExt cx="11616200" cy="608337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EA6E88A-FB81-849A-01A6-1A0FD7050614}"/>
                </a:ext>
              </a:extLst>
            </p:cNvPr>
            <p:cNvGrpSpPr/>
            <p:nvPr/>
          </p:nvGrpSpPr>
          <p:grpSpPr>
            <a:xfrm>
              <a:off x="256522" y="835320"/>
              <a:ext cx="11591247" cy="5556286"/>
              <a:chOff x="-1304679" y="93796"/>
              <a:chExt cx="13409139" cy="642768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B21C232-B2A9-7355-DD52-4DEE5CC4ECEC}"/>
                  </a:ext>
                </a:extLst>
              </p:cNvPr>
              <p:cNvGrpSpPr/>
              <p:nvPr/>
            </p:nvGrpSpPr>
            <p:grpSpPr>
              <a:xfrm>
                <a:off x="468569" y="334962"/>
                <a:ext cx="11635891" cy="6186523"/>
                <a:chOff x="468569" y="334962"/>
                <a:chExt cx="11635891" cy="6186523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EF8C311F-5F95-76DF-F0E4-43C80D852A1A}"/>
                    </a:ext>
                  </a:extLst>
                </p:cNvPr>
                <p:cNvGrpSpPr/>
                <p:nvPr/>
              </p:nvGrpSpPr>
              <p:grpSpPr>
                <a:xfrm>
                  <a:off x="1125927" y="913750"/>
                  <a:ext cx="10978533" cy="5557042"/>
                  <a:chOff x="420091" y="428608"/>
                  <a:chExt cx="10978533" cy="5557042"/>
                </a:xfrm>
              </p:grpSpPr>
              <p:pic>
                <p:nvPicPr>
                  <p:cNvPr id="23" name="Picture 22">
                    <a:extLst>
                      <a:ext uri="{FF2B5EF4-FFF2-40B4-BE49-F238E27FC236}">
                        <a16:creationId xmlns:a16="http://schemas.microsoft.com/office/drawing/2014/main" id="{59319999-D00A-56BE-763B-12B0D95836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20091" y="428608"/>
                    <a:ext cx="10978533" cy="5557042"/>
                  </a:xfrm>
                  <a:prstGeom prst="rect">
                    <a:avLst/>
                  </a:prstGeom>
                </p:spPr>
              </p:pic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B558EAFE-64B4-AA19-A6A6-846BB27A456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38548" y="1030060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Pacific NW</a:t>
                    </a:r>
                  </a:p>
                </p:txBody>
              </p:sp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7D2B8B53-4E4F-A41D-5980-46F7CF7FAEC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083510" y="2821560"/>
                    <a:ext cx="2763138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Rocky </a:t>
                    </a:r>
                  </a:p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Mountain</a:t>
                    </a:r>
                  </a:p>
                </p:txBody>
              </p:sp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67D71A4D-74C9-1138-DDD2-CA94133C86D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36161" y="4075102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Southwest</a:t>
                    </a:r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184B03D7-747F-3872-4605-70DCF6A19CE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237939" y="3795030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Dallas</a:t>
                    </a: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DD9FC00D-8DB1-C1E4-CBED-D10D66992D2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879018" y="1477599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Heartland</a:t>
                    </a:r>
                  </a:p>
                </p:txBody>
              </p:sp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A51F8524-389A-E664-6EEA-9E73F56CD87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828323" y="3772864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Carolinas</a:t>
                    </a: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4A33A02E-1F57-2624-C7FC-87D34EB56EC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054546" y="4324905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Atlanta</a:t>
                    </a:r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0BF00E1D-F7DD-BC74-193A-89CF48FB12F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388720" y="3188290"/>
                    <a:ext cx="2284691" cy="375647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Chesapeake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9E5FA6A3-DC19-8168-CB58-18ED53E5517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940969" y="1830205"/>
                    <a:ext cx="2189054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New </a:t>
                    </a:r>
                  </a:p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England</a:t>
                    </a:r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9B243F41-B06B-2170-A2A7-C83A85AA1BF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474658" y="4834581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Houston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824D8A00-8A9B-54F6-3E50-19008C7835E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766043" y="2613304"/>
                    <a:ext cx="1097280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NY-Philly</a:t>
                    </a: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BCDD685A-6B44-17C6-528B-45134ABBAD2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8333425" y="2419469"/>
                    <a:ext cx="914400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Lake </a:t>
                    </a:r>
                  </a:p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Erie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CC91F6C5-EE12-5296-98EF-E74A107B101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583000" y="5312176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Florida</a:t>
                    </a: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7A93E4A4-51DA-4DA9-25CF-4AB20F372094}"/>
                      </a:ext>
                    </a:extLst>
                  </p:cNvPr>
                  <p:cNvSpPr/>
                  <p:nvPr/>
                </p:nvSpPr>
                <p:spPr>
                  <a:xfrm rot="399357">
                    <a:off x="6839873" y="3863321"/>
                    <a:ext cx="455572" cy="490171"/>
                  </a:xfrm>
                  <a:prstGeom prst="rect">
                    <a:avLst/>
                  </a:prstGeom>
                  <a:solidFill>
                    <a:srgbClr val="C4AD56"/>
                  </a:solidFill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000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D4A4C28B-0014-286D-B8C1-6D03085A97D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5786669" y="3586421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Gateway</a:t>
                    </a: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7FF006DB-96AF-7E8C-5684-087841862A91}"/>
                      </a:ext>
                    </a:extLst>
                  </p:cNvPr>
                  <p:cNvSpPr/>
                  <p:nvPr/>
                </p:nvSpPr>
                <p:spPr>
                  <a:xfrm rot="281977">
                    <a:off x="5457709" y="2238048"/>
                    <a:ext cx="736112" cy="335185"/>
                  </a:xfrm>
                  <a:prstGeom prst="rect">
                    <a:avLst/>
                  </a:prstGeom>
                  <a:solidFill>
                    <a:srgbClr val="9EC9C4"/>
                  </a:solidFill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000" dirty="0">
                      <a:solidFill>
                        <a:srgbClr val="FFFFFF"/>
                      </a:solidFill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AFC7DF3B-F43D-99B1-9425-9F5770C4747A}"/>
                      </a:ext>
                    </a:extLst>
                  </p:cNvPr>
                  <p:cNvSpPr/>
                  <p:nvPr/>
                </p:nvSpPr>
                <p:spPr>
                  <a:xfrm rot="281977" flipV="1">
                    <a:off x="7758556" y="4738893"/>
                    <a:ext cx="235600" cy="176491"/>
                  </a:xfrm>
                  <a:prstGeom prst="rect">
                    <a:avLst/>
                  </a:prstGeom>
                  <a:solidFill>
                    <a:srgbClr val="DFC4B7"/>
                  </a:solidFill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000" dirty="0">
                      <a:solidFill>
                        <a:srgbClr val="FFFFFF"/>
                      </a:solidFill>
                    </a:endParaRPr>
                  </a:p>
                </p:txBody>
              </p:sp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AE98FA10-31D8-3A6A-8BCB-0516A25F202A}"/>
                      </a:ext>
                    </a:extLst>
                  </p:cNvPr>
                  <p:cNvGrpSpPr/>
                  <p:nvPr/>
                </p:nvGrpSpPr>
                <p:grpSpPr>
                  <a:xfrm>
                    <a:off x="3434252" y="2437806"/>
                    <a:ext cx="6187571" cy="2215575"/>
                    <a:chOff x="2130389" y="3556908"/>
                    <a:chExt cx="2808911" cy="1061711"/>
                  </a:xfrm>
                </p:grpSpPr>
                <p:sp>
                  <p:nvSpPr>
                    <p:cNvPr id="43" name="Freeform: Shape 42">
                      <a:extLst>
                        <a:ext uri="{FF2B5EF4-FFF2-40B4-BE49-F238E27FC236}">
                          <a16:creationId xmlns:a16="http://schemas.microsoft.com/office/drawing/2014/main" id="{0C3A141A-5791-C5D0-9C7C-1FD2E7F01C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0389" y="3726828"/>
                      <a:ext cx="605132" cy="891791"/>
                    </a:xfrm>
                    <a:custGeom>
                      <a:avLst/>
                      <a:gdLst>
                        <a:gd name="connsiteX0" fmla="*/ 425926 w 650282"/>
                        <a:gd name="connsiteY0" fmla="*/ 9225 h 1959519"/>
                        <a:gd name="connsiteX1" fmla="*/ 425926 w 650282"/>
                        <a:gd name="connsiteY1" fmla="*/ 871934 h 1959519"/>
                        <a:gd name="connsiteX2" fmla="*/ 483758 w 650282"/>
                        <a:gd name="connsiteY2" fmla="*/ 871934 h 1959519"/>
                        <a:gd name="connsiteX3" fmla="*/ 478469 w 650282"/>
                        <a:gd name="connsiteY3" fmla="*/ 829882 h 1959519"/>
                        <a:gd name="connsiteX4" fmla="*/ 477169 w 650282"/>
                        <a:gd name="connsiteY4" fmla="*/ 789131 h 1959519"/>
                        <a:gd name="connsiteX5" fmla="*/ 536301 w 650282"/>
                        <a:gd name="connsiteY5" fmla="*/ 789131 h 1959519"/>
                        <a:gd name="connsiteX6" fmla="*/ 536301 w 650282"/>
                        <a:gd name="connsiteY6" fmla="*/ 724797 h 1959519"/>
                        <a:gd name="connsiteX7" fmla="*/ 594046 w 650282"/>
                        <a:gd name="connsiteY7" fmla="*/ 724797 h 1959519"/>
                        <a:gd name="connsiteX8" fmla="*/ 595433 w 650282"/>
                        <a:gd name="connsiteY8" fmla="*/ 1109678 h 1959519"/>
                        <a:gd name="connsiteX9" fmla="*/ 649277 w 650282"/>
                        <a:gd name="connsiteY9" fmla="*/ 1109678 h 1959519"/>
                        <a:gd name="connsiteX10" fmla="*/ 649277 w 650282"/>
                        <a:gd name="connsiteY10" fmla="*/ 1150429 h 1959519"/>
                        <a:gd name="connsiteX11" fmla="*/ 594133 w 650282"/>
                        <a:gd name="connsiteY11" fmla="*/ 1150429 h 1959519"/>
                        <a:gd name="connsiteX12" fmla="*/ 594133 w 650282"/>
                        <a:gd name="connsiteY12" fmla="*/ 1378981 h 1959519"/>
                        <a:gd name="connsiteX13" fmla="*/ 511330 w 650282"/>
                        <a:gd name="connsiteY13" fmla="*/ 1378981 h 1959519"/>
                        <a:gd name="connsiteX14" fmla="*/ 511330 w 650282"/>
                        <a:gd name="connsiteY14" fmla="*/ 1590453 h 1959519"/>
                        <a:gd name="connsiteX15" fmla="*/ 492949 w 650282"/>
                        <a:gd name="connsiteY15" fmla="*/ 1590453 h 1959519"/>
                        <a:gd name="connsiteX16" fmla="*/ 454105 w 650282"/>
                        <a:gd name="connsiteY16" fmla="*/ 1626523 h 1959519"/>
                        <a:gd name="connsiteX17" fmla="*/ 434250 w 650282"/>
                        <a:gd name="connsiteY17" fmla="*/ 1628603 h 1959519"/>
                        <a:gd name="connsiteX18" fmla="*/ 434510 w 650282"/>
                        <a:gd name="connsiteY18" fmla="*/ 1679846 h 1959519"/>
                        <a:gd name="connsiteX19" fmla="*/ 418730 w 650282"/>
                        <a:gd name="connsiteY19" fmla="*/ 1681406 h 1959519"/>
                        <a:gd name="connsiteX20" fmla="*/ 418730 w 650282"/>
                        <a:gd name="connsiteY20" fmla="*/ 1689817 h 1959519"/>
                        <a:gd name="connsiteX21" fmla="*/ 367748 w 650282"/>
                        <a:gd name="connsiteY21" fmla="*/ 1689817 h 1959519"/>
                        <a:gd name="connsiteX22" fmla="*/ 364973 w 650282"/>
                        <a:gd name="connsiteY22" fmla="*/ 1681667 h 1959519"/>
                        <a:gd name="connsiteX23" fmla="*/ 357863 w 650282"/>
                        <a:gd name="connsiteY23" fmla="*/ 1681146 h 1959519"/>
                        <a:gd name="connsiteX24" fmla="*/ 355782 w 650282"/>
                        <a:gd name="connsiteY24" fmla="*/ 1655135 h 1959519"/>
                        <a:gd name="connsiteX25" fmla="*/ 319540 w 650282"/>
                        <a:gd name="connsiteY25" fmla="*/ 1655915 h 1959519"/>
                        <a:gd name="connsiteX26" fmla="*/ 319540 w 650282"/>
                        <a:gd name="connsiteY26" fmla="*/ 1661291 h 1959519"/>
                        <a:gd name="connsiteX27" fmla="*/ 271593 w 650282"/>
                        <a:gd name="connsiteY27" fmla="*/ 1660771 h 1959519"/>
                        <a:gd name="connsiteX28" fmla="*/ 271593 w 650282"/>
                        <a:gd name="connsiteY28" fmla="*/ 1706377 h 1959519"/>
                        <a:gd name="connsiteX29" fmla="*/ 261101 w 650282"/>
                        <a:gd name="connsiteY29" fmla="*/ 1707938 h 1959519"/>
                        <a:gd name="connsiteX30" fmla="*/ 261101 w 650282"/>
                        <a:gd name="connsiteY30" fmla="*/ 1723198 h 1959519"/>
                        <a:gd name="connsiteX31" fmla="*/ 234570 w 650282"/>
                        <a:gd name="connsiteY31" fmla="*/ 1723198 h 1959519"/>
                        <a:gd name="connsiteX32" fmla="*/ 234570 w 650282"/>
                        <a:gd name="connsiteY32" fmla="*/ 1743313 h 1959519"/>
                        <a:gd name="connsiteX33" fmla="*/ 99484 w 650282"/>
                        <a:gd name="connsiteY33" fmla="*/ 1743313 h 1959519"/>
                        <a:gd name="connsiteX34" fmla="*/ 99484 w 650282"/>
                        <a:gd name="connsiteY34" fmla="*/ 1770365 h 1959519"/>
                        <a:gd name="connsiteX35" fmla="*/ 109022 w 650282"/>
                        <a:gd name="connsiteY35" fmla="*/ 1770365 h 1959519"/>
                        <a:gd name="connsiteX36" fmla="*/ 109369 w 650282"/>
                        <a:gd name="connsiteY36" fmla="*/ 1791001 h 1959519"/>
                        <a:gd name="connsiteX37" fmla="*/ 115091 w 650282"/>
                        <a:gd name="connsiteY37" fmla="*/ 1791001 h 1959519"/>
                        <a:gd name="connsiteX38" fmla="*/ 115091 w 650282"/>
                        <a:gd name="connsiteY38" fmla="*/ 1807475 h 1959519"/>
                        <a:gd name="connsiteX39" fmla="*/ 120033 w 650282"/>
                        <a:gd name="connsiteY39" fmla="*/ 1807475 h 1959519"/>
                        <a:gd name="connsiteX40" fmla="*/ 119686 w 650282"/>
                        <a:gd name="connsiteY40" fmla="*/ 1827764 h 1959519"/>
                        <a:gd name="connsiteX41" fmla="*/ 104426 w 650282"/>
                        <a:gd name="connsiteY41" fmla="*/ 1827764 h 1959519"/>
                        <a:gd name="connsiteX42" fmla="*/ 104426 w 650282"/>
                        <a:gd name="connsiteY42" fmla="*/ 1837301 h 1959519"/>
                        <a:gd name="connsiteX43" fmla="*/ 78415 w 650282"/>
                        <a:gd name="connsiteY43" fmla="*/ 1837301 h 1959519"/>
                        <a:gd name="connsiteX44" fmla="*/ 78415 w 650282"/>
                        <a:gd name="connsiteY44" fmla="*/ 1900769 h 1959519"/>
                        <a:gd name="connsiteX45" fmla="*/ 55092 w 650282"/>
                        <a:gd name="connsiteY45" fmla="*/ 1900769 h 1959519"/>
                        <a:gd name="connsiteX46" fmla="*/ 55092 w 650282"/>
                        <a:gd name="connsiteY46" fmla="*/ 1839208 h 1959519"/>
                        <a:gd name="connsiteX47" fmla="*/ 42866 w 650282"/>
                        <a:gd name="connsiteY47" fmla="*/ 1839208 h 1959519"/>
                        <a:gd name="connsiteX48" fmla="*/ 42866 w 650282"/>
                        <a:gd name="connsiteY48" fmla="*/ 1828891 h 1959519"/>
                        <a:gd name="connsiteX49" fmla="*/ 26046 w 650282"/>
                        <a:gd name="connsiteY49" fmla="*/ 1828891 h 1959519"/>
                        <a:gd name="connsiteX50" fmla="*/ 26046 w 650282"/>
                        <a:gd name="connsiteY50" fmla="*/ 1810943 h 1959519"/>
                        <a:gd name="connsiteX51" fmla="*/ 9225 w 650282"/>
                        <a:gd name="connsiteY51" fmla="*/ 1810943 h 1959519"/>
                        <a:gd name="connsiteX52" fmla="*/ 9225 w 650282"/>
                        <a:gd name="connsiteY52" fmla="*/ 1951231 h 1959519"/>
                        <a:gd name="connsiteX0" fmla="*/ 416701 w 640052"/>
                        <a:gd name="connsiteY0" fmla="*/ 0 h 1942006"/>
                        <a:gd name="connsiteX1" fmla="*/ 416701 w 640052"/>
                        <a:gd name="connsiteY1" fmla="*/ 862709 h 1942006"/>
                        <a:gd name="connsiteX2" fmla="*/ 474533 w 640052"/>
                        <a:gd name="connsiteY2" fmla="*/ 862709 h 1942006"/>
                        <a:gd name="connsiteX3" fmla="*/ 469244 w 640052"/>
                        <a:gd name="connsiteY3" fmla="*/ 820657 h 1942006"/>
                        <a:gd name="connsiteX4" fmla="*/ 467944 w 640052"/>
                        <a:gd name="connsiteY4" fmla="*/ 779906 h 1942006"/>
                        <a:gd name="connsiteX5" fmla="*/ 527076 w 640052"/>
                        <a:gd name="connsiteY5" fmla="*/ 779906 h 1942006"/>
                        <a:gd name="connsiteX6" fmla="*/ 527076 w 640052"/>
                        <a:gd name="connsiteY6" fmla="*/ 715572 h 1942006"/>
                        <a:gd name="connsiteX7" fmla="*/ 584821 w 640052"/>
                        <a:gd name="connsiteY7" fmla="*/ 715572 h 1942006"/>
                        <a:gd name="connsiteX8" fmla="*/ 586208 w 640052"/>
                        <a:gd name="connsiteY8" fmla="*/ 1100453 h 1942006"/>
                        <a:gd name="connsiteX9" fmla="*/ 640052 w 640052"/>
                        <a:gd name="connsiteY9" fmla="*/ 1100453 h 1942006"/>
                        <a:gd name="connsiteX10" fmla="*/ 640052 w 640052"/>
                        <a:gd name="connsiteY10" fmla="*/ 1141204 h 1942006"/>
                        <a:gd name="connsiteX11" fmla="*/ 584908 w 640052"/>
                        <a:gd name="connsiteY11" fmla="*/ 1141204 h 1942006"/>
                        <a:gd name="connsiteX12" fmla="*/ 584908 w 640052"/>
                        <a:gd name="connsiteY12" fmla="*/ 1369756 h 1942006"/>
                        <a:gd name="connsiteX13" fmla="*/ 502105 w 640052"/>
                        <a:gd name="connsiteY13" fmla="*/ 1369756 h 1942006"/>
                        <a:gd name="connsiteX14" fmla="*/ 502105 w 640052"/>
                        <a:gd name="connsiteY14" fmla="*/ 1581228 h 1942006"/>
                        <a:gd name="connsiteX15" fmla="*/ 483724 w 640052"/>
                        <a:gd name="connsiteY15" fmla="*/ 1581228 h 1942006"/>
                        <a:gd name="connsiteX16" fmla="*/ 444880 w 640052"/>
                        <a:gd name="connsiteY16" fmla="*/ 1617298 h 1942006"/>
                        <a:gd name="connsiteX17" fmla="*/ 425025 w 640052"/>
                        <a:gd name="connsiteY17" fmla="*/ 1619378 h 1942006"/>
                        <a:gd name="connsiteX18" fmla="*/ 425285 w 640052"/>
                        <a:gd name="connsiteY18" fmla="*/ 1670621 h 1942006"/>
                        <a:gd name="connsiteX19" fmla="*/ 409505 w 640052"/>
                        <a:gd name="connsiteY19" fmla="*/ 1672181 h 1942006"/>
                        <a:gd name="connsiteX20" fmla="*/ 409505 w 640052"/>
                        <a:gd name="connsiteY20" fmla="*/ 1680592 h 1942006"/>
                        <a:gd name="connsiteX21" fmla="*/ 358523 w 640052"/>
                        <a:gd name="connsiteY21" fmla="*/ 1680592 h 1942006"/>
                        <a:gd name="connsiteX22" fmla="*/ 355748 w 640052"/>
                        <a:gd name="connsiteY22" fmla="*/ 1672442 h 1942006"/>
                        <a:gd name="connsiteX23" fmla="*/ 348638 w 640052"/>
                        <a:gd name="connsiteY23" fmla="*/ 1671921 h 1942006"/>
                        <a:gd name="connsiteX24" fmla="*/ 346557 w 640052"/>
                        <a:gd name="connsiteY24" fmla="*/ 1645910 h 1942006"/>
                        <a:gd name="connsiteX25" fmla="*/ 310315 w 640052"/>
                        <a:gd name="connsiteY25" fmla="*/ 1646690 h 1942006"/>
                        <a:gd name="connsiteX26" fmla="*/ 310315 w 640052"/>
                        <a:gd name="connsiteY26" fmla="*/ 1652066 h 1942006"/>
                        <a:gd name="connsiteX27" fmla="*/ 262368 w 640052"/>
                        <a:gd name="connsiteY27" fmla="*/ 1651546 h 1942006"/>
                        <a:gd name="connsiteX28" fmla="*/ 262368 w 640052"/>
                        <a:gd name="connsiteY28" fmla="*/ 1697152 h 1942006"/>
                        <a:gd name="connsiteX29" fmla="*/ 251876 w 640052"/>
                        <a:gd name="connsiteY29" fmla="*/ 1698713 h 1942006"/>
                        <a:gd name="connsiteX30" fmla="*/ 251876 w 640052"/>
                        <a:gd name="connsiteY30" fmla="*/ 1713973 h 1942006"/>
                        <a:gd name="connsiteX31" fmla="*/ 225345 w 640052"/>
                        <a:gd name="connsiteY31" fmla="*/ 1713973 h 1942006"/>
                        <a:gd name="connsiteX32" fmla="*/ 225345 w 640052"/>
                        <a:gd name="connsiteY32" fmla="*/ 1734088 h 1942006"/>
                        <a:gd name="connsiteX33" fmla="*/ 90259 w 640052"/>
                        <a:gd name="connsiteY33" fmla="*/ 1734088 h 1942006"/>
                        <a:gd name="connsiteX34" fmla="*/ 90259 w 640052"/>
                        <a:gd name="connsiteY34" fmla="*/ 1761140 h 1942006"/>
                        <a:gd name="connsiteX35" fmla="*/ 99797 w 640052"/>
                        <a:gd name="connsiteY35" fmla="*/ 1761140 h 1942006"/>
                        <a:gd name="connsiteX36" fmla="*/ 100144 w 640052"/>
                        <a:gd name="connsiteY36" fmla="*/ 1781776 h 1942006"/>
                        <a:gd name="connsiteX37" fmla="*/ 105866 w 640052"/>
                        <a:gd name="connsiteY37" fmla="*/ 1781776 h 1942006"/>
                        <a:gd name="connsiteX38" fmla="*/ 105866 w 640052"/>
                        <a:gd name="connsiteY38" fmla="*/ 1798250 h 1942006"/>
                        <a:gd name="connsiteX39" fmla="*/ 110808 w 640052"/>
                        <a:gd name="connsiteY39" fmla="*/ 1798250 h 1942006"/>
                        <a:gd name="connsiteX40" fmla="*/ 110461 w 640052"/>
                        <a:gd name="connsiteY40" fmla="*/ 1818539 h 1942006"/>
                        <a:gd name="connsiteX41" fmla="*/ 95201 w 640052"/>
                        <a:gd name="connsiteY41" fmla="*/ 1818539 h 1942006"/>
                        <a:gd name="connsiteX42" fmla="*/ 95201 w 640052"/>
                        <a:gd name="connsiteY42" fmla="*/ 1828076 h 1942006"/>
                        <a:gd name="connsiteX43" fmla="*/ 69190 w 640052"/>
                        <a:gd name="connsiteY43" fmla="*/ 1828076 h 1942006"/>
                        <a:gd name="connsiteX44" fmla="*/ 69190 w 640052"/>
                        <a:gd name="connsiteY44" fmla="*/ 1891544 h 1942006"/>
                        <a:gd name="connsiteX45" fmla="*/ 45867 w 640052"/>
                        <a:gd name="connsiteY45" fmla="*/ 1891544 h 1942006"/>
                        <a:gd name="connsiteX46" fmla="*/ 45867 w 640052"/>
                        <a:gd name="connsiteY46" fmla="*/ 1829983 h 1942006"/>
                        <a:gd name="connsiteX47" fmla="*/ 33641 w 640052"/>
                        <a:gd name="connsiteY47" fmla="*/ 1829983 h 1942006"/>
                        <a:gd name="connsiteX48" fmla="*/ 33641 w 640052"/>
                        <a:gd name="connsiteY48" fmla="*/ 1819666 h 1942006"/>
                        <a:gd name="connsiteX49" fmla="*/ 16821 w 640052"/>
                        <a:gd name="connsiteY49" fmla="*/ 1819666 h 1942006"/>
                        <a:gd name="connsiteX50" fmla="*/ 16821 w 640052"/>
                        <a:gd name="connsiteY50" fmla="*/ 1801718 h 1942006"/>
                        <a:gd name="connsiteX51" fmla="*/ 0 w 640052"/>
                        <a:gd name="connsiteY51" fmla="*/ 1801718 h 1942006"/>
                        <a:gd name="connsiteX52" fmla="*/ 0 w 640052"/>
                        <a:gd name="connsiteY52" fmla="*/ 1942006 h 1942006"/>
                        <a:gd name="connsiteX0" fmla="*/ 416701 w 640052"/>
                        <a:gd name="connsiteY0" fmla="*/ 0 h 1942006"/>
                        <a:gd name="connsiteX1" fmla="*/ 416701 w 640052"/>
                        <a:gd name="connsiteY1" fmla="*/ 862709 h 1942006"/>
                        <a:gd name="connsiteX2" fmla="*/ 474533 w 640052"/>
                        <a:gd name="connsiteY2" fmla="*/ 862709 h 1942006"/>
                        <a:gd name="connsiteX3" fmla="*/ 469244 w 640052"/>
                        <a:gd name="connsiteY3" fmla="*/ 820657 h 1942006"/>
                        <a:gd name="connsiteX4" fmla="*/ 467944 w 640052"/>
                        <a:gd name="connsiteY4" fmla="*/ 779906 h 1942006"/>
                        <a:gd name="connsiteX5" fmla="*/ 527076 w 640052"/>
                        <a:gd name="connsiteY5" fmla="*/ 779906 h 1942006"/>
                        <a:gd name="connsiteX6" fmla="*/ 527076 w 640052"/>
                        <a:gd name="connsiteY6" fmla="*/ 715572 h 1942006"/>
                        <a:gd name="connsiteX7" fmla="*/ 584821 w 640052"/>
                        <a:gd name="connsiteY7" fmla="*/ 715572 h 1942006"/>
                        <a:gd name="connsiteX8" fmla="*/ 586208 w 640052"/>
                        <a:gd name="connsiteY8" fmla="*/ 1100453 h 1942006"/>
                        <a:gd name="connsiteX9" fmla="*/ 640052 w 640052"/>
                        <a:gd name="connsiteY9" fmla="*/ 1100453 h 1942006"/>
                        <a:gd name="connsiteX10" fmla="*/ 640052 w 640052"/>
                        <a:gd name="connsiteY10" fmla="*/ 1141204 h 1942006"/>
                        <a:gd name="connsiteX11" fmla="*/ 584908 w 640052"/>
                        <a:gd name="connsiteY11" fmla="*/ 1141204 h 1942006"/>
                        <a:gd name="connsiteX12" fmla="*/ 584908 w 640052"/>
                        <a:gd name="connsiteY12" fmla="*/ 1369756 h 1942006"/>
                        <a:gd name="connsiteX13" fmla="*/ 502105 w 640052"/>
                        <a:gd name="connsiteY13" fmla="*/ 1369756 h 1942006"/>
                        <a:gd name="connsiteX14" fmla="*/ 502105 w 640052"/>
                        <a:gd name="connsiteY14" fmla="*/ 1581228 h 1942006"/>
                        <a:gd name="connsiteX15" fmla="*/ 483724 w 640052"/>
                        <a:gd name="connsiteY15" fmla="*/ 1581228 h 1942006"/>
                        <a:gd name="connsiteX16" fmla="*/ 444880 w 640052"/>
                        <a:gd name="connsiteY16" fmla="*/ 1617298 h 1942006"/>
                        <a:gd name="connsiteX17" fmla="*/ 425025 w 640052"/>
                        <a:gd name="connsiteY17" fmla="*/ 1619378 h 1942006"/>
                        <a:gd name="connsiteX18" fmla="*/ 425285 w 640052"/>
                        <a:gd name="connsiteY18" fmla="*/ 1670621 h 1942006"/>
                        <a:gd name="connsiteX19" fmla="*/ 409505 w 640052"/>
                        <a:gd name="connsiteY19" fmla="*/ 1672181 h 1942006"/>
                        <a:gd name="connsiteX20" fmla="*/ 409505 w 640052"/>
                        <a:gd name="connsiteY20" fmla="*/ 1680592 h 1942006"/>
                        <a:gd name="connsiteX21" fmla="*/ 358523 w 640052"/>
                        <a:gd name="connsiteY21" fmla="*/ 1680592 h 1942006"/>
                        <a:gd name="connsiteX22" fmla="*/ 355748 w 640052"/>
                        <a:gd name="connsiteY22" fmla="*/ 1672442 h 1942006"/>
                        <a:gd name="connsiteX23" fmla="*/ 348638 w 640052"/>
                        <a:gd name="connsiteY23" fmla="*/ 1671921 h 1942006"/>
                        <a:gd name="connsiteX24" fmla="*/ 346557 w 640052"/>
                        <a:gd name="connsiteY24" fmla="*/ 1645910 h 1942006"/>
                        <a:gd name="connsiteX25" fmla="*/ 310315 w 640052"/>
                        <a:gd name="connsiteY25" fmla="*/ 1646690 h 1942006"/>
                        <a:gd name="connsiteX26" fmla="*/ 310315 w 640052"/>
                        <a:gd name="connsiteY26" fmla="*/ 1652066 h 1942006"/>
                        <a:gd name="connsiteX27" fmla="*/ 262368 w 640052"/>
                        <a:gd name="connsiteY27" fmla="*/ 1651546 h 1942006"/>
                        <a:gd name="connsiteX28" fmla="*/ 262368 w 640052"/>
                        <a:gd name="connsiteY28" fmla="*/ 1697152 h 1942006"/>
                        <a:gd name="connsiteX29" fmla="*/ 251876 w 640052"/>
                        <a:gd name="connsiteY29" fmla="*/ 1698713 h 1942006"/>
                        <a:gd name="connsiteX30" fmla="*/ 251876 w 640052"/>
                        <a:gd name="connsiteY30" fmla="*/ 1713973 h 1942006"/>
                        <a:gd name="connsiteX31" fmla="*/ 225345 w 640052"/>
                        <a:gd name="connsiteY31" fmla="*/ 1713973 h 1942006"/>
                        <a:gd name="connsiteX32" fmla="*/ 225345 w 640052"/>
                        <a:gd name="connsiteY32" fmla="*/ 1734088 h 1942006"/>
                        <a:gd name="connsiteX33" fmla="*/ 90259 w 640052"/>
                        <a:gd name="connsiteY33" fmla="*/ 1734088 h 1942006"/>
                        <a:gd name="connsiteX34" fmla="*/ 90259 w 640052"/>
                        <a:gd name="connsiteY34" fmla="*/ 1761140 h 1942006"/>
                        <a:gd name="connsiteX35" fmla="*/ 99797 w 640052"/>
                        <a:gd name="connsiteY35" fmla="*/ 1761140 h 1942006"/>
                        <a:gd name="connsiteX36" fmla="*/ 100144 w 640052"/>
                        <a:gd name="connsiteY36" fmla="*/ 1781776 h 1942006"/>
                        <a:gd name="connsiteX37" fmla="*/ 105866 w 640052"/>
                        <a:gd name="connsiteY37" fmla="*/ 1781776 h 1942006"/>
                        <a:gd name="connsiteX38" fmla="*/ 105866 w 640052"/>
                        <a:gd name="connsiteY38" fmla="*/ 1798250 h 1942006"/>
                        <a:gd name="connsiteX39" fmla="*/ 110808 w 640052"/>
                        <a:gd name="connsiteY39" fmla="*/ 1798250 h 1942006"/>
                        <a:gd name="connsiteX40" fmla="*/ 110461 w 640052"/>
                        <a:gd name="connsiteY40" fmla="*/ 1818539 h 1942006"/>
                        <a:gd name="connsiteX41" fmla="*/ 95201 w 640052"/>
                        <a:gd name="connsiteY41" fmla="*/ 1818539 h 1942006"/>
                        <a:gd name="connsiteX42" fmla="*/ 95201 w 640052"/>
                        <a:gd name="connsiteY42" fmla="*/ 1828076 h 1942006"/>
                        <a:gd name="connsiteX43" fmla="*/ 69190 w 640052"/>
                        <a:gd name="connsiteY43" fmla="*/ 1828076 h 1942006"/>
                        <a:gd name="connsiteX44" fmla="*/ 69190 w 640052"/>
                        <a:gd name="connsiteY44" fmla="*/ 1891544 h 1942006"/>
                        <a:gd name="connsiteX45" fmla="*/ 45867 w 640052"/>
                        <a:gd name="connsiteY45" fmla="*/ 1891544 h 1942006"/>
                        <a:gd name="connsiteX46" fmla="*/ 45867 w 640052"/>
                        <a:gd name="connsiteY46" fmla="*/ 1829983 h 1942006"/>
                        <a:gd name="connsiteX47" fmla="*/ 33641 w 640052"/>
                        <a:gd name="connsiteY47" fmla="*/ 1829983 h 1942006"/>
                        <a:gd name="connsiteX48" fmla="*/ 33641 w 640052"/>
                        <a:gd name="connsiteY48" fmla="*/ 1819666 h 1942006"/>
                        <a:gd name="connsiteX49" fmla="*/ 16821 w 640052"/>
                        <a:gd name="connsiteY49" fmla="*/ 1819666 h 1942006"/>
                        <a:gd name="connsiteX50" fmla="*/ 16821 w 640052"/>
                        <a:gd name="connsiteY50" fmla="*/ 1801718 h 1942006"/>
                        <a:gd name="connsiteX51" fmla="*/ 0 w 640052"/>
                        <a:gd name="connsiteY51" fmla="*/ 1801718 h 1942006"/>
                        <a:gd name="connsiteX52" fmla="*/ 0 w 640052"/>
                        <a:gd name="connsiteY52" fmla="*/ 1942006 h 1942006"/>
                        <a:gd name="connsiteX0" fmla="*/ 416701 w 640052"/>
                        <a:gd name="connsiteY0" fmla="*/ 147137 h 1226434"/>
                        <a:gd name="connsiteX1" fmla="*/ 474533 w 640052"/>
                        <a:gd name="connsiteY1" fmla="*/ 147137 h 1226434"/>
                        <a:gd name="connsiteX2" fmla="*/ 469244 w 640052"/>
                        <a:gd name="connsiteY2" fmla="*/ 105085 h 1226434"/>
                        <a:gd name="connsiteX3" fmla="*/ 467944 w 640052"/>
                        <a:gd name="connsiteY3" fmla="*/ 64334 h 1226434"/>
                        <a:gd name="connsiteX4" fmla="*/ 527076 w 640052"/>
                        <a:gd name="connsiteY4" fmla="*/ 64334 h 1226434"/>
                        <a:gd name="connsiteX5" fmla="*/ 527076 w 640052"/>
                        <a:gd name="connsiteY5" fmla="*/ 0 h 1226434"/>
                        <a:gd name="connsiteX6" fmla="*/ 584821 w 640052"/>
                        <a:gd name="connsiteY6" fmla="*/ 0 h 1226434"/>
                        <a:gd name="connsiteX7" fmla="*/ 586208 w 640052"/>
                        <a:gd name="connsiteY7" fmla="*/ 384881 h 1226434"/>
                        <a:gd name="connsiteX8" fmla="*/ 640052 w 640052"/>
                        <a:gd name="connsiteY8" fmla="*/ 384881 h 1226434"/>
                        <a:gd name="connsiteX9" fmla="*/ 640052 w 640052"/>
                        <a:gd name="connsiteY9" fmla="*/ 425632 h 1226434"/>
                        <a:gd name="connsiteX10" fmla="*/ 584908 w 640052"/>
                        <a:gd name="connsiteY10" fmla="*/ 425632 h 1226434"/>
                        <a:gd name="connsiteX11" fmla="*/ 584908 w 640052"/>
                        <a:gd name="connsiteY11" fmla="*/ 654184 h 1226434"/>
                        <a:gd name="connsiteX12" fmla="*/ 502105 w 640052"/>
                        <a:gd name="connsiteY12" fmla="*/ 654184 h 1226434"/>
                        <a:gd name="connsiteX13" fmla="*/ 502105 w 640052"/>
                        <a:gd name="connsiteY13" fmla="*/ 865656 h 1226434"/>
                        <a:gd name="connsiteX14" fmla="*/ 483724 w 640052"/>
                        <a:gd name="connsiteY14" fmla="*/ 865656 h 1226434"/>
                        <a:gd name="connsiteX15" fmla="*/ 444880 w 640052"/>
                        <a:gd name="connsiteY15" fmla="*/ 901726 h 1226434"/>
                        <a:gd name="connsiteX16" fmla="*/ 425025 w 640052"/>
                        <a:gd name="connsiteY16" fmla="*/ 903806 h 1226434"/>
                        <a:gd name="connsiteX17" fmla="*/ 425285 w 640052"/>
                        <a:gd name="connsiteY17" fmla="*/ 955049 h 1226434"/>
                        <a:gd name="connsiteX18" fmla="*/ 409505 w 640052"/>
                        <a:gd name="connsiteY18" fmla="*/ 956609 h 1226434"/>
                        <a:gd name="connsiteX19" fmla="*/ 409505 w 640052"/>
                        <a:gd name="connsiteY19" fmla="*/ 965020 h 1226434"/>
                        <a:gd name="connsiteX20" fmla="*/ 358523 w 640052"/>
                        <a:gd name="connsiteY20" fmla="*/ 965020 h 1226434"/>
                        <a:gd name="connsiteX21" fmla="*/ 355748 w 640052"/>
                        <a:gd name="connsiteY21" fmla="*/ 956870 h 1226434"/>
                        <a:gd name="connsiteX22" fmla="*/ 348638 w 640052"/>
                        <a:gd name="connsiteY22" fmla="*/ 956349 h 1226434"/>
                        <a:gd name="connsiteX23" fmla="*/ 346557 w 640052"/>
                        <a:gd name="connsiteY23" fmla="*/ 930338 h 1226434"/>
                        <a:gd name="connsiteX24" fmla="*/ 310315 w 640052"/>
                        <a:gd name="connsiteY24" fmla="*/ 931118 h 1226434"/>
                        <a:gd name="connsiteX25" fmla="*/ 310315 w 640052"/>
                        <a:gd name="connsiteY25" fmla="*/ 936494 h 1226434"/>
                        <a:gd name="connsiteX26" fmla="*/ 262368 w 640052"/>
                        <a:gd name="connsiteY26" fmla="*/ 935974 h 1226434"/>
                        <a:gd name="connsiteX27" fmla="*/ 262368 w 640052"/>
                        <a:gd name="connsiteY27" fmla="*/ 981580 h 1226434"/>
                        <a:gd name="connsiteX28" fmla="*/ 251876 w 640052"/>
                        <a:gd name="connsiteY28" fmla="*/ 983141 h 1226434"/>
                        <a:gd name="connsiteX29" fmla="*/ 251876 w 640052"/>
                        <a:gd name="connsiteY29" fmla="*/ 998401 h 1226434"/>
                        <a:gd name="connsiteX30" fmla="*/ 225345 w 640052"/>
                        <a:gd name="connsiteY30" fmla="*/ 998401 h 1226434"/>
                        <a:gd name="connsiteX31" fmla="*/ 225345 w 640052"/>
                        <a:gd name="connsiteY31" fmla="*/ 1018516 h 1226434"/>
                        <a:gd name="connsiteX32" fmla="*/ 90259 w 640052"/>
                        <a:gd name="connsiteY32" fmla="*/ 1018516 h 1226434"/>
                        <a:gd name="connsiteX33" fmla="*/ 90259 w 640052"/>
                        <a:gd name="connsiteY33" fmla="*/ 1045568 h 1226434"/>
                        <a:gd name="connsiteX34" fmla="*/ 99797 w 640052"/>
                        <a:gd name="connsiteY34" fmla="*/ 1045568 h 1226434"/>
                        <a:gd name="connsiteX35" fmla="*/ 100144 w 640052"/>
                        <a:gd name="connsiteY35" fmla="*/ 1066204 h 1226434"/>
                        <a:gd name="connsiteX36" fmla="*/ 105866 w 640052"/>
                        <a:gd name="connsiteY36" fmla="*/ 1066204 h 1226434"/>
                        <a:gd name="connsiteX37" fmla="*/ 105866 w 640052"/>
                        <a:gd name="connsiteY37" fmla="*/ 1082678 h 1226434"/>
                        <a:gd name="connsiteX38" fmla="*/ 110808 w 640052"/>
                        <a:gd name="connsiteY38" fmla="*/ 1082678 h 1226434"/>
                        <a:gd name="connsiteX39" fmla="*/ 110461 w 640052"/>
                        <a:gd name="connsiteY39" fmla="*/ 1102967 h 1226434"/>
                        <a:gd name="connsiteX40" fmla="*/ 95201 w 640052"/>
                        <a:gd name="connsiteY40" fmla="*/ 1102967 h 1226434"/>
                        <a:gd name="connsiteX41" fmla="*/ 95201 w 640052"/>
                        <a:gd name="connsiteY41" fmla="*/ 1112504 h 1226434"/>
                        <a:gd name="connsiteX42" fmla="*/ 69190 w 640052"/>
                        <a:gd name="connsiteY42" fmla="*/ 1112504 h 1226434"/>
                        <a:gd name="connsiteX43" fmla="*/ 69190 w 640052"/>
                        <a:gd name="connsiteY43" fmla="*/ 1175972 h 1226434"/>
                        <a:gd name="connsiteX44" fmla="*/ 45867 w 640052"/>
                        <a:gd name="connsiteY44" fmla="*/ 1175972 h 1226434"/>
                        <a:gd name="connsiteX45" fmla="*/ 45867 w 640052"/>
                        <a:gd name="connsiteY45" fmla="*/ 1114411 h 1226434"/>
                        <a:gd name="connsiteX46" fmla="*/ 33641 w 640052"/>
                        <a:gd name="connsiteY46" fmla="*/ 1114411 h 1226434"/>
                        <a:gd name="connsiteX47" fmla="*/ 33641 w 640052"/>
                        <a:gd name="connsiteY47" fmla="*/ 1104094 h 1226434"/>
                        <a:gd name="connsiteX48" fmla="*/ 16821 w 640052"/>
                        <a:gd name="connsiteY48" fmla="*/ 1104094 h 1226434"/>
                        <a:gd name="connsiteX49" fmla="*/ 16821 w 640052"/>
                        <a:gd name="connsiteY49" fmla="*/ 1086146 h 1226434"/>
                        <a:gd name="connsiteX50" fmla="*/ 0 w 640052"/>
                        <a:gd name="connsiteY50" fmla="*/ 1086146 h 1226434"/>
                        <a:gd name="connsiteX51" fmla="*/ 0 w 640052"/>
                        <a:gd name="connsiteY51" fmla="*/ 1226434 h 1226434"/>
                        <a:gd name="connsiteX0" fmla="*/ 416701 w 640052"/>
                        <a:gd name="connsiteY0" fmla="*/ 147137 h 1226434"/>
                        <a:gd name="connsiteX1" fmla="*/ 474533 w 640052"/>
                        <a:gd name="connsiteY1" fmla="*/ 147137 h 1226434"/>
                        <a:gd name="connsiteX2" fmla="*/ 469244 w 640052"/>
                        <a:gd name="connsiteY2" fmla="*/ 105085 h 1226434"/>
                        <a:gd name="connsiteX3" fmla="*/ 467944 w 640052"/>
                        <a:gd name="connsiteY3" fmla="*/ 64334 h 1226434"/>
                        <a:gd name="connsiteX4" fmla="*/ 527076 w 640052"/>
                        <a:gd name="connsiteY4" fmla="*/ 64334 h 1226434"/>
                        <a:gd name="connsiteX5" fmla="*/ 527076 w 640052"/>
                        <a:gd name="connsiteY5" fmla="*/ 0 h 1226434"/>
                        <a:gd name="connsiteX6" fmla="*/ 584821 w 640052"/>
                        <a:gd name="connsiteY6" fmla="*/ 0 h 1226434"/>
                        <a:gd name="connsiteX7" fmla="*/ 586208 w 640052"/>
                        <a:gd name="connsiteY7" fmla="*/ 384881 h 1226434"/>
                        <a:gd name="connsiteX8" fmla="*/ 640052 w 640052"/>
                        <a:gd name="connsiteY8" fmla="*/ 384881 h 1226434"/>
                        <a:gd name="connsiteX9" fmla="*/ 640052 w 640052"/>
                        <a:gd name="connsiteY9" fmla="*/ 425632 h 1226434"/>
                        <a:gd name="connsiteX10" fmla="*/ 584908 w 640052"/>
                        <a:gd name="connsiteY10" fmla="*/ 425632 h 1226434"/>
                        <a:gd name="connsiteX11" fmla="*/ 584908 w 640052"/>
                        <a:gd name="connsiteY11" fmla="*/ 654184 h 1226434"/>
                        <a:gd name="connsiteX12" fmla="*/ 502105 w 640052"/>
                        <a:gd name="connsiteY12" fmla="*/ 654184 h 1226434"/>
                        <a:gd name="connsiteX13" fmla="*/ 502105 w 640052"/>
                        <a:gd name="connsiteY13" fmla="*/ 865656 h 1226434"/>
                        <a:gd name="connsiteX14" fmla="*/ 483724 w 640052"/>
                        <a:gd name="connsiteY14" fmla="*/ 865656 h 1226434"/>
                        <a:gd name="connsiteX15" fmla="*/ 444880 w 640052"/>
                        <a:gd name="connsiteY15" fmla="*/ 901726 h 1226434"/>
                        <a:gd name="connsiteX16" fmla="*/ 425025 w 640052"/>
                        <a:gd name="connsiteY16" fmla="*/ 903806 h 1226434"/>
                        <a:gd name="connsiteX17" fmla="*/ 425285 w 640052"/>
                        <a:gd name="connsiteY17" fmla="*/ 955049 h 1226434"/>
                        <a:gd name="connsiteX18" fmla="*/ 409505 w 640052"/>
                        <a:gd name="connsiteY18" fmla="*/ 956609 h 1226434"/>
                        <a:gd name="connsiteX19" fmla="*/ 409505 w 640052"/>
                        <a:gd name="connsiteY19" fmla="*/ 965020 h 1226434"/>
                        <a:gd name="connsiteX20" fmla="*/ 358523 w 640052"/>
                        <a:gd name="connsiteY20" fmla="*/ 965020 h 1226434"/>
                        <a:gd name="connsiteX21" fmla="*/ 355748 w 640052"/>
                        <a:gd name="connsiteY21" fmla="*/ 956870 h 1226434"/>
                        <a:gd name="connsiteX22" fmla="*/ 348638 w 640052"/>
                        <a:gd name="connsiteY22" fmla="*/ 956349 h 1226434"/>
                        <a:gd name="connsiteX23" fmla="*/ 346557 w 640052"/>
                        <a:gd name="connsiteY23" fmla="*/ 930338 h 1226434"/>
                        <a:gd name="connsiteX24" fmla="*/ 310315 w 640052"/>
                        <a:gd name="connsiteY24" fmla="*/ 931118 h 1226434"/>
                        <a:gd name="connsiteX25" fmla="*/ 310315 w 640052"/>
                        <a:gd name="connsiteY25" fmla="*/ 936494 h 1226434"/>
                        <a:gd name="connsiteX26" fmla="*/ 262368 w 640052"/>
                        <a:gd name="connsiteY26" fmla="*/ 935974 h 1226434"/>
                        <a:gd name="connsiteX27" fmla="*/ 262368 w 640052"/>
                        <a:gd name="connsiteY27" fmla="*/ 981580 h 1226434"/>
                        <a:gd name="connsiteX28" fmla="*/ 251876 w 640052"/>
                        <a:gd name="connsiteY28" fmla="*/ 983141 h 1226434"/>
                        <a:gd name="connsiteX29" fmla="*/ 251876 w 640052"/>
                        <a:gd name="connsiteY29" fmla="*/ 998401 h 1226434"/>
                        <a:gd name="connsiteX30" fmla="*/ 225345 w 640052"/>
                        <a:gd name="connsiteY30" fmla="*/ 998401 h 1226434"/>
                        <a:gd name="connsiteX31" fmla="*/ 225345 w 640052"/>
                        <a:gd name="connsiteY31" fmla="*/ 1018516 h 1226434"/>
                        <a:gd name="connsiteX32" fmla="*/ 90259 w 640052"/>
                        <a:gd name="connsiteY32" fmla="*/ 1018516 h 1226434"/>
                        <a:gd name="connsiteX33" fmla="*/ 90259 w 640052"/>
                        <a:gd name="connsiteY33" fmla="*/ 1045568 h 1226434"/>
                        <a:gd name="connsiteX34" fmla="*/ 99797 w 640052"/>
                        <a:gd name="connsiteY34" fmla="*/ 1045568 h 1226434"/>
                        <a:gd name="connsiteX35" fmla="*/ 100144 w 640052"/>
                        <a:gd name="connsiteY35" fmla="*/ 1066204 h 1226434"/>
                        <a:gd name="connsiteX36" fmla="*/ 105866 w 640052"/>
                        <a:gd name="connsiteY36" fmla="*/ 1066204 h 1226434"/>
                        <a:gd name="connsiteX37" fmla="*/ 105866 w 640052"/>
                        <a:gd name="connsiteY37" fmla="*/ 1082678 h 1226434"/>
                        <a:gd name="connsiteX38" fmla="*/ 110808 w 640052"/>
                        <a:gd name="connsiteY38" fmla="*/ 1082678 h 1226434"/>
                        <a:gd name="connsiteX39" fmla="*/ 110461 w 640052"/>
                        <a:gd name="connsiteY39" fmla="*/ 1102967 h 1226434"/>
                        <a:gd name="connsiteX40" fmla="*/ 95201 w 640052"/>
                        <a:gd name="connsiteY40" fmla="*/ 1102967 h 1226434"/>
                        <a:gd name="connsiteX41" fmla="*/ 95201 w 640052"/>
                        <a:gd name="connsiteY41" fmla="*/ 1112504 h 1226434"/>
                        <a:gd name="connsiteX42" fmla="*/ 69190 w 640052"/>
                        <a:gd name="connsiteY42" fmla="*/ 1112504 h 1226434"/>
                        <a:gd name="connsiteX43" fmla="*/ 69190 w 640052"/>
                        <a:gd name="connsiteY43" fmla="*/ 1175972 h 1226434"/>
                        <a:gd name="connsiteX44" fmla="*/ 45867 w 640052"/>
                        <a:gd name="connsiteY44" fmla="*/ 1175972 h 1226434"/>
                        <a:gd name="connsiteX45" fmla="*/ 45867 w 640052"/>
                        <a:gd name="connsiteY45" fmla="*/ 1114411 h 1226434"/>
                        <a:gd name="connsiteX46" fmla="*/ 33641 w 640052"/>
                        <a:gd name="connsiteY46" fmla="*/ 1114411 h 1226434"/>
                        <a:gd name="connsiteX47" fmla="*/ 33641 w 640052"/>
                        <a:gd name="connsiteY47" fmla="*/ 1104094 h 1226434"/>
                        <a:gd name="connsiteX48" fmla="*/ 16821 w 640052"/>
                        <a:gd name="connsiteY48" fmla="*/ 1104094 h 1226434"/>
                        <a:gd name="connsiteX49" fmla="*/ 16821 w 640052"/>
                        <a:gd name="connsiteY49" fmla="*/ 1086146 h 1226434"/>
                        <a:gd name="connsiteX50" fmla="*/ 0 w 640052"/>
                        <a:gd name="connsiteY50" fmla="*/ 1086146 h 1226434"/>
                        <a:gd name="connsiteX51" fmla="*/ 0 w 640052"/>
                        <a:gd name="connsiteY51" fmla="*/ 1226434 h 1226434"/>
                        <a:gd name="connsiteX0" fmla="*/ 474533 w 640052"/>
                        <a:gd name="connsiteY0" fmla="*/ 147137 h 1226434"/>
                        <a:gd name="connsiteX1" fmla="*/ 469244 w 640052"/>
                        <a:gd name="connsiteY1" fmla="*/ 105085 h 1226434"/>
                        <a:gd name="connsiteX2" fmla="*/ 467944 w 640052"/>
                        <a:gd name="connsiteY2" fmla="*/ 64334 h 1226434"/>
                        <a:gd name="connsiteX3" fmla="*/ 527076 w 640052"/>
                        <a:gd name="connsiteY3" fmla="*/ 64334 h 1226434"/>
                        <a:gd name="connsiteX4" fmla="*/ 527076 w 640052"/>
                        <a:gd name="connsiteY4" fmla="*/ 0 h 1226434"/>
                        <a:gd name="connsiteX5" fmla="*/ 584821 w 640052"/>
                        <a:gd name="connsiteY5" fmla="*/ 0 h 1226434"/>
                        <a:gd name="connsiteX6" fmla="*/ 586208 w 640052"/>
                        <a:gd name="connsiteY6" fmla="*/ 384881 h 1226434"/>
                        <a:gd name="connsiteX7" fmla="*/ 640052 w 640052"/>
                        <a:gd name="connsiteY7" fmla="*/ 384881 h 1226434"/>
                        <a:gd name="connsiteX8" fmla="*/ 640052 w 640052"/>
                        <a:gd name="connsiteY8" fmla="*/ 425632 h 1226434"/>
                        <a:gd name="connsiteX9" fmla="*/ 584908 w 640052"/>
                        <a:gd name="connsiteY9" fmla="*/ 425632 h 1226434"/>
                        <a:gd name="connsiteX10" fmla="*/ 584908 w 640052"/>
                        <a:gd name="connsiteY10" fmla="*/ 654184 h 1226434"/>
                        <a:gd name="connsiteX11" fmla="*/ 502105 w 640052"/>
                        <a:gd name="connsiteY11" fmla="*/ 654184 h 1226434"/>
                        <a:gd name="connsiteX12" fmla="*/ 502105 w 640052"/>
                        <a:gd name="connsiteY12" fmla="*/ 865656 h 1226434"/>
                        <a:gd name="connsiteX13" fmla="*/ 483724 w 640052"/>
                        <a:gd name="connsiteY13" fmla="*/ 865656 h 1226434"/>
                        <a:gd name="connsiteX14" fmla="*/ 444880 w 640052"/>
                        <a:gd name="connsiteY14" fmla="*/ 901726 h 1226434"/>
                        <a:gd name="connsiteX15" fmla="*/ 425025 w 640052"/>
                        <a:gd name="connsiteY15" fmla="*/ 903806 h 1226434"/>
                        <a:gd name="connsiteX16" fmla="*/ 425285 w 640052"/>
                        <a:gd name="connsiteY16" fmla="*/ 955049 h 1226434"/>
                        <a:gd name="connsiteX17" fmla="*/ 409505 w 640052"/>
                        <a:gd name="connsiteY17" fmla="*/ 956609 h 1226434"/>
                        <a:gd name="connsiteX18" fmla="*/ 409505 w 640052"/>
                        <a:gd name="connsiteY18" fmla="*/ 965020 h 1226434"/>
                        <a:gd name="connsiteX19" fmla="*/ 358523 w 640052"/>
                        <a:gd name="connsiteY19" fmla="*/ 965020 h 1226434"/>
                        <a:gd name="connsiteX20" fmla="*/ 355748 w 640052"/>
                        <a:gd name="connsiteY20" fmla="*/ 956870 h 1226434"/>
                        <a:gd name="connsiteX21" fmla="*/ 348638 w 640052"/>
                        <a:gd name="connsiteY21" fmla="*/ 956349 h 1226434"/>
                        <a:gd name="connsiteX22" fmla="*/ 346557 w 640052"/>
                        <a:gd name="connsiteY22" fmla="*/ 930338 h 1226434"/>
                        <a:gd name="connsiteX23" fmla="*/ 310315 w 640052"/>
                        <a:gd name="connsiteY23" fmla="*/ 931118 h 1226434"/>
                        <a:gd name="connsiteX24" fmla="*/ 310315 w 640052"/>
                        <a:gd name="connsiteY24" fmla="*/ 936494 h 1226434"/>
                        <a:gd name="connsiteX25" fmla="*/ 262368 w 640052"/>
                        <a:gd name="connsiteY25" fmla="*/ 935974 h 1226434"/>
                        <a:gd name="connsiteX26" fmla="*/ 262368 w 640052"/>
                        <a:gd name="connsiteY26" fmla="*/ 981580 h 1226434"/>
                        <a:gd name="connsiteX27" fmla="*/ 251876 w 640052"/>
                        <a:gd name="connsiteY27" fmla="*/ 983141 h 1226434"/>
                        <a:gd name="connsiteX28" fmla="*/ 251876 w 640052"/>
                        <a:gd name="connsiteY28" fmla="*/ 998401 h 1226434"/>
                        <a:gd name="connsiteX29" fmla="*/ 225345 w 640052"/>
                        <a:gd name="connsiteY29" fmla="*/ 998401 h 1226434"/>
                        <a:gd name="connsiteX30" fmla="*/ 225345 w 640052"/>
                        <a:gd name="connsiteY30" fmla="*/ 1018516 h 1226434"/>
                        <a:gd name="connsiteX31" fmla="*/ 90259 w 640052"/>
                        <a:gd name="connsiteY31" fmla="*/ 1018516 h 1226434"/>
                        <a:gd name="connsiteX32" fmla="*/ 90259 w 640052"/>
                        <a:gd name="connsiteY32" fmla="*/ 1045568 h 1226434"/>
                        <a:gd name="connsiteX33" fmla="*/ 99797 w 640052"/>
                        <a:gd name="connsiteY33" fmla="*/ 1045568 h 1226434"/>
                        <a:gd name="connsiteX34" fmla="*/ 100144 w 640052"/>
                        <a:gd name="connsiteY34" fmla="*/ 1066204 h 1226434"/>
                        <a:gd name="connsiteX35" fmla="*/ 105866 w 640052"/>
                        <a:gd name="connsiteY35" fmla="*/ 1066204 h 1226434"/>
                        <a:gd name="connsiteX36" fmla="*/ 105866 w 640052"/>
                        <a:gd name="connsiteY36" fmla="*/ 1082678 h 1226434"/>
                        <a:gd name="connsiteX37" fmla="*/ 110808 w 640052"/>
                        <a:gd name="connsiteY37" fmla="*/ 1082678 h 1226434"/>
                        <a:gd name="connsiteX38" fmla="*/ 110461 w 640052"/>
                        <a:gd name="connsiteY38" fmla="*/ 1102967 h 1226434"/>
                        <a:gd name="connsiteX39" fmla="*/ 95201 w 640052"/>
                        <a:gd name="connsiteY39" fmla="*/ 1102967 h 1226434"/>
                        <a:gd name="connsiteX40" fmla="*/ 95201 w 640052"/>
                        <a:gd name="connsiteY40" fmla="*/ 1112504 h 1226434"/>
                        <a:gd name="connsiteX41" fmla="*/ 69190 w 640052"/>
                        <a:gd name="connsiteY41" fmla="*/ 1112504 h 1226434"/>
                        <a:gd name="connsiteX42" fmla="*/ 69190 w 640052"/>
                        <a:gd name="connsiteY42" fmla="*/ 1175972 h 1226434"/>
                        <a:gd name="connsiteX43" fmla="*/ 45867 w 640052"/>
                        <a:gd name="connsiteY43" fmla="*/ 1175972 h 1226434"/>
                        <a:gd name="connsiteX44" fmla="*/ 45867 w 640052"/>
                        <a:gd name="connsiteY44" fmla="*/ 1114411 h 1226434"/>
                        <a:gd name="connsiteX45" fmla="*/ 33641 w 640052"/>
                        <a:gd name="connsiteY45" fmla="*/ 1114411 h 1226434"/>
                        <a:gd name="connsiteX46" fmla="*/ 33641 w 640052"/>
                        <a:gd name="connsiteY46" fmla="*/ 1104094 h 1226434"/>
                        <a:gd name="connsiteX47" fmla="*/ 16821 w 640052"/>
                        <a:gd name="connsiteY47" fmla="*/ 1104094 h 1226434"/>
                        <a:gd name="connsiteX48" fmla="*/ 16821 w 640052"/>
                        <a:gd name="connsiteY48" fmla="*/ 1086146 h 1226434"/>
                        <a:gd name="connsiteX49" fmla="*/ 0 w 640052"/>
                        <a:gd name="connsiteY49" fmla="*/ 1086146 h 1226434"/>
                        <a:gd name="connsiteX50" fmla="*/ 0 w 640052"/>
                        <a:gd name="connsiteY50" fmla="*/ 1226434 h 1226434"/>
                        <a:gd name="connsiteX0" fmla="*/ 474533 w 640052"/>
                        <a:gd name="connsiteY0" fmla="*/ 147137 h 1226434"/>
                        <a:gd name="connsiteX1" fmla="*/ 469244 w 640052"/>
                        <a:gd name="connsiteY1" fmla="*/ 105085 h 1226434"/>
                        <a:gd name="connsiteX2" fmla="*/ 527076 w 640052"/>
                        <a:gd name="connsiteY2" fmla="*/ 64334 h 1226434"/>
                        <a:gd name="connsiteX3" fmla="*/ 527076 w 640052"/>
                        <a:gd name="connsiteY3" fmla="*/ 0 h 1226434"/>
                        <a:gd name="connsiteX4" fmla="*/ 584821 w 640052"/>
                        <a:gd name="connsiteY4" fmla="*/ 0 h 1226434"/>
                        <a:gd name="connsiteX5" fmla="*/ 586208 w 640052"/>
                        <a:gd name="connsiteY5" fmla="*/ 384881 h 1226434"/>
                        <a:gd name="connsiteX6" fmla="*/ 640052 w 640052"/>
                        <a:gd name="connsiteY6" fmla="*/ 384881 h 1226434"/>
                        <a:gd name="connsiteX7" fmla="*/ 640052 w 640052"/>
                        <a:gd name="connsiteY7" fmla="*/ 425632 h 1226434"/>
                        <a:gd name="connsiteX8" fmla="*/ 584908 w 640052"/>
                        <a:gd name="connsiteY8" fmla="*/ 425632 h 1226434"/>
                        <a:gd name="connsiteX9" fmla="*/ 584908 w 640052"/>
                        <a:gd name="connsiteY9" fmla="*/ 654184 h 1226434"/>
                        <a:gd name="connsiteX10" fmla="*/ 502105 w 640052"/>
                        <a:gd name="connsiteY10" fmla="*/ 654184 h 1226434"/>
                        <a:gd name="connsiteX11" fmla="*/ 502105 w 640052"/>
                        <a:gd name="connsiteY11" fmla="*/ 865656 h 1226434"/>
                        <a:gd name="connsiteX12" fmla="*/ 483724 w 640052"/>
                        <a:gd name="connsiteY12" fmla="*/ 865656 h 1226434"/>
                        <a:gd name="connsiteX13" fmla="*/ 444880 w 640052"/>
                        <a:gd name="connsiteY13" fmla="*/ 901726 h 1226434"/>
                        <a:gd name="connsiteX14" fmla="*/ 425025 w 640052"/>
                        <a:gd name="connsiteY14" fmla="*/ 903806 h 1226434"/>
                        <a:gd name="connsiteX15" fmla="*/ 425285 w 640052"/>
                        <a:gd name="connsiteY15" fmla="*/ 955049 h 1226434"/>
                        <a:gd name="connsiteX16" fmla="*/ 409505 w 640052"/>
                        <a:gd name="connsiteY16" fmla="*/ 956609 h 1226434"/>
                        <a:gd name="connsiteX17" fmla="*/ 409505 w 640052"/>
                        <a:gd name="connsiteY17" fmla="*/ 965020 h 1226434"/>
                        <a:gd name="connsiteX18" fmla="*/ 358523 w 640052"/>
                        <a:gd name="connsiteY18" fmla="*/ 965020 h 1226434"/>
                        <a:gd name="connsiteX19" fmla="*/ 355748 w 640052"/>
                        <a:gd name="connsiteY19" fmla="*/ 956870 h 1226434"/>
                        <a:gd name="connsiteX20" fmla="*/ 348638 w 640052"/>
                        <a:gd name="connsiteY20" fmla="*/ 956349 h 1226434"/>
                        <a:gd name="connsiteX21" fmla="*/ 346557 w 640052"/>
                        <a:gd name="connsiteY21" fmla="*/ 930338 h 1226434"/>
                        <a:gd name="connsiteX22" fmla="*/ 310315 w 640052"/>
                        <a:gd name="connsiteY22" fmla="*/ 931118 h 1226434"/>
                        <a:gd name="connsiteX23" fmla="*/ 310315 w 640052"/>
                        <a:gd name="connsiteY23" fmla="*/ 936494 h 1226434"/>
                        <a:gd name="connsiteX24" fmla="*/ 262368 w 640052"/>
                        <a:gd name="connsiteY24" fmla="*/ 935974 h 1226434"/>
                        <a:gd name="connsiteX25" fmla="*/ 262368 w 640052"/>
                        <a:gd name="connsiteY25" fmla="*/ 981580 h 1226434"/>
                        <a:gd name="connsiteX26" fmla="*/ 251876 w 640052"/>
                        <a:gd name="connsiteY26" fmla="*/ 983141 h 1226434"/>
                        <a:gd name="connsiteX27" fmla="*/ 251876 w 640052"/>
                        <a:gd name="connsiteY27" fmla="*/ 998401 h 1226434"/>
                        <a:gd name="connsiteX28" fmla="*/ 225345 w 640052"/>
                        <a:gd name="connsiteY28" fmla="*/ 998401 h 1226434"/>
                        <a:gd name="connsiteX29" fmla="*/ 225345 w 640052"/>
                        <a:gd name="connsiteY29" fmla="*/ 1018516 h 1226434"/>
                        <a:gd name="connsiteX30" fmla="*/ 90259 w 640052"/>
                        <a:gd name="connsiteY30" fmla="*/ 1018516 h 1226434"/>
                        <a:gd name="connsiteX31" fmla="*/ 90259 w 640052"/>
                        <a:gd name="connsiteY31" fmla="*/ 1045568 h 1226434"/>
                        <a:gd name="connsiteX32" fmla="*/ 99797 w 640052"/>
                        <a:gd name="connsiteY32" fmla="*/ 1045568 h 1226434"/>
                        <a:gd name="connsiteX33" fmla="*/ 100144 w 640052"/>
                        <a:gd name="connsiteY33" fmla="*/ 1066204 h 1226434"/>
                        <a:gd name="connsiteX34" fmla="*/ 105866 w 640052"/>
                        <a:gd name="connsiteY34" fmla="*/ 1066204 h 1226434"/>
                        <a:gd name="connsiteX35" fmla="*/ 105866 w 640052"/>
                        <a:gd name="connsiteY35" fmla="*/ 1082678 h 1226434"/>
                        <a:gd name="connsiteX36" fmla="*/ 110808 w 640052"/>
                        <a:gd name="connsiteY36" fmla="*/ 1082678 h 1226434"/>
                        <a:gd name="connsiteX37" fmla="*/ 110461 w 640052"/>
                        <a:gd name="connsiteY37" fmla="*/ 1102967 h 1226434"/>
                        <a:gd name="connsiteX38" fmla="*/ 95201 w 640052"/>
                        <a:gd name="connsiteY38" fmla="*/ 1102967 h 1226434"/>
                        <a:gd name="connsiteX39" fmla="*/ 95201 w 640052"/>
                        <a:gd name="connsiteY39" fmla="*/ 1112504 h 1226434"/>
                        <a:gd name="connsiteX40" fmla="*/ 69190 w 640052"/>
                        <a:gd name="connsiteY40" fmla="*/ 1112504 h 1226434"/>
                        <a:gd name="connsiteX41" fmla="*/ 69190 w 640052"/>
                        <a:gd name="connsiteY41" fmla="*/ 1175972 h 1226434"/>
                        <a:gd name="connsiteX42" fmla="*/ 45867 w 640052"/>
                        <a:gd name="connsiteY42" fmla="*/ 1175972 h 1226434"/>
                        <a:gd name="connsiteX43" fmla="*/ 45867 w 640052"/>
                        <a:gd name="connsiteY43" fmla="*/ 1114411 h 1226434"/>
                        <a:gd name="connsiteX44" fmla="*/ 33641 w 640052"/>
                        <a:gd name="connsiteY44" fmla="*/ 1114411 h 1226434"/>
                        <a:gd name="connsiteX45" fmla="*/ 33641 w 640052"/>
                        <a:gd name="connsiteY45" fmla="*/ 1104094 h 1226434"/>
                        <a:gd name="connsiteX46" fmla="*/ 16821 w 640052"/>
                        <a:gd name="connsiteY46" fmla="*/ 1104094 h 1226434"/>
                        <a:gd name="connsiteX47" fmla="*/ 16821 w 640052"/>
                        <a:gd name="connsiteY47" fmla="*/ 1086146 h 1226434"/>
                        <a:gd name="connsiteX48" fmla="*/ 0 w 640052"/>
                        <a:gd name="connsiteY48" fmla="*/ 1086146 h 1226434"/>
                        <a:gd name="connsiteX49" fmla="*/ 0 w 640052"/>
                        <a:gd name="connsiteY49" fmla="*/ 1226434 h 1226434"/>
                        <a:gd name="connsiteX0" fmla="*/ 469244 w 640052"/>
                        <a:gd name="connsiteY0" fmla="*/ 105085 h 1226434"/>
                        <a:gd name="connsiteX1" fmla="*/ 527076 w 640052"/>
                        <a:gd name="connsiteY1" fmla="*/ 64334 h 1226434"/>
                        <a:gd name="connsiteX2" fmla="*/ 527076 w 640052"/>
                        <a:gd name="connsiteY2" fmla="*/ 0 h 1226434"/>
                        <a:gd name="connsiteX3" fmla="*/ 584821 w 640052"/>
                        <a:gd name="connsiteY3" fmla="*/ 0 h 1226434"/>
                        <a:gd name="connsiteX4" fmla="*/ 586208 w 640052"/>
                        <a:gd name="connsiteY4" fmla="*/ 384881 h 1226434"/>
                        <a:gd name="connsiteX5" fmla="*/ 640052 w 640052"/>
                        <a:gd name="connsiteY5" fmla="*/ 384881 h 1226434"/>
                        <a:gd name="connsiteX6" fmla="*/ 640052 w 640052"/>
                        <a:gd name="connsiteY6" fmla="*/ 425632 h 1226434"/>
                        <a:gd name="connsiteX7" fmla="*/ 584908 w 640052"/>
                        <a:gd name="connsiteY7" fmla="*/ 425632 h 1226434"/>
                        <a:gd name="connsiteX8" fmla="*/ 584908 w 640052"/>
                        <a:gd name="connsiteY8" fmla="*/ 654184 h 1226434"/>
                        <a:gd name="connsiteX9" fmla="*/ 502105 w 640052"/>
                        <a:gd name="connsiteY9" fmla="*/ 654184 h 1226434"/>
                        <a:gd name="connsiteX10" fmla="*/ 502105 w 640052"/>
                        <a:gd name="connsiteY10" fmla="*/ 865656 h 1226434"/>
                        <a:gd name="connsiteX11" fmla="*/ 483724 w 640052"/>
                        <a:gd name="connsiteY11" fmla="*/ 865656 h 1226434"/>
                        <a:gd name="connsiteX12" fmla="*/ 444880 w 640052"/>
                        <a:gd name="connsiteY12" fmla="*/ 901726 h 1226434"/>
                        <a:gd name="connsiteX13" fmla="*/ 425025 w 640052"/>
                        <a:gd name="connsiteY13" fmla="*/ 903806 h 1226434"/>
                        <a:gd name="connsiteX14" fmla="*/ 425285 w 640052"/>
                        <a:gd name="connsiteY14" fmla="*/ 955049 h 1226434"/>
                        <a:gd name="connsiteX15" fmla="*/ 409505 w 640052"/>
                        <a:gd name="connsiteY15" fmla="*/ 956609 h 1226434"/>
                        <a:gd name="connsiteX16" fmla="*/ 409505 w 640052"/>
                        <a:gd name="connsiteY16" fmla="*/ 965020 h 1226434"/>
                        <a:gd name="connsiteX17" fmla="*/ 358523 w 640052"/>
                        <a:gd name="connsiteY17" fmla="*/ 965020 h 1226434"/>
                        <a:gd name="connsiteX18" fmla="*/ 355748 w 640052"/>
                        <a:gd name="connsiteY18" fmla="*/ 956870 h 1226434"/>
                        <a:gd name="connsiteX19" fmla="*/ 348638 w 640052"/>
                        <a:gd name="connsiteY19" fmla="*/ 956349 h 1226434"/>
                        <a:gd name="connsiteX20" fmla="*/ 346557 w 640052"/>
                        <a:gd name="connsiteY20" fmla="*/ 930338 h 1226434"/>
                        <a:gd name="connsiteX21" fmla="*/ 310315 w 640052"/>
                        <a:gd name="connsiteY21" fmla="*/ 931118 h 1226434"/>
                        <a:gd name="connsiteX22" fmla="*/ 310315 w 640052"/>
                        <a:gd name="connsiteY22" fmla="*/ 936494 h 1226434"/>
                        <a:gd name="connsiteX23" fmla="*/ 262368 w 640052"/>
                        <a:gd name="connsiteY23" fmla="*/ 935974 h 1226434"/>
                        <a:gd name="connsiteX24" fmla="*/ 262368 w 640052"/>
                        <a:gd name="connsiteY24" fmla="*/ 981580 h 1226434"/>
                        <a:gd name="connsiteX25" fmla="*/ 251876 w 640052"/>
                        <a:gd name="connsiteY25" fmla="*/ 983141 h 1226434"/>
                        <a:gd name="connsiteX26" fmla="*/ 251876 w 640052"/>
                        <a:gd name="connsiteY26" fmla="*/ 998401 h 1226434"/>
                        <a:gd name="connsiteX27" fmla="*/ 225345 w 640052"/>
                        <a:gd name="connsiteY27" fmla="*/ 998401 h 1226434"/>
                        <a:gd name="connsiteX28" fmla="*/ 225345 w 640052"/>
                        <a:gd name="connsiteY28" fmla="*/ 1018516 h 1226434"/>
                        <a:gd name="connsiteX29" fmla="*/ 90259 w 640052"/>
                        <a:gd name="connsiteY29" fmla="*/ 1018516 h 1226434"/>
                        <a:gd name="connsiteX30" fmla="*/ 90259 w 640052"/>
                        <a:gd name="connsiteY30" fmla="*/ 1045568 h 1226434"/>
                        <a:gd name="connsiteX31" fmla="*/ 99797 w 640052"/>
                        <a:gd name="connsiteY31" fmla="*/ 1045568 h 1226434"/>
                        <a:gd name="connsiteX32" fmla="*/ 100144 w 640052"/>
                        <a:gd name="connsiteY32" fmla="*/ 1066204 h 1226434"/>
                        <a:gd name="connsiteX33" fmla="*/ 105866 w 640052"/>
                        <a:gd name="connsiteY33" fmla="*/ 1066204 h 1226434"/>
                        <a:gd name="connsiteX34" fmla="*/ 105866 w 640052"/>
                        <a:gd name="connsiteY34" fmla="*/ 1082678 h 1226434"/>
                        <a:gd name="connsiteX35" fmla="*/ 110808 w 640052"/>
                        <a:gd name="connsiteY35" fmla="*/ 1082678 h 1226434"/>
                        <a:gd name="connsiteX36" fmla="*/ 110461 w 640052"/>
                        <a:gd name="connsiteY36" fmla="*/ 1102967 h 1226434"/>
                        <a:gd name="connsiteX37" fmla="*/ 95201 w 640052"/>
                        <a:gd name="connsiteY37" fmla="*/ 1102967 h 1226434"/>
                        <a:gd name="connsiteX38" fmla="*/ 95201 w 640052"/>
                        <a:gd name="connsiteY38" fmla="*/ 1112504 h 1226434"/>
                        <a:gd name="connsiteX39" fmla="*/ 69190 w 640052"/>
                        <a:gd name="connsiteY39" fmla="*/ 1112504 h 1226434"/>
                        <a:gd name="connsiteX40" fmla="*/ 69190 w 640052"/>
                        <a:gd name="connsiteY40" fmla="*/ 1175972 h 1226434"/>
                        <a:gd name="connsiteX41" fmla="*/ 45867 w 640052"/>
                        <a:gd name="connsiteY41" fmla="*/ 1175972 h 1226434"/>
                        <a:gd name="connsiteX42" fmla="*/ 45867 w 640052"/>
                        <a:gd name="connsiteY42" fmla="*/ 1114411 h 1226434"/>
                        <a:gd name="connsiteX43" fmla="*/ 33641 w 640052"/>
                        <a:gd name="connsiteY43" fmla="*/ 1114411 h 1226434"/>
                        <a:gd name="connsiteX44" fmla="*/ 33641 w 640052"/>
                        <a:gd name="connsiteY44" fmla="*/ 1104094 h 1226434"/>
                        <a:gd name="connsiteX45" fmla="*/ 16821 w 640052"/>
                        <a:gd name="connsiteY45" fmla="*/ 1104094 h 1226434"/>
                        <a:gd name="connsiteX46" fmla="*/ 16821 w 640052"/>
                        <a:gd name="connsiteY46" fmla="*/ 1086146 h 1226434"/>
                        <a:gd name="connsiteX47" fmla="*/ 0 w 640052"/>
                        <a:gd name="connsiteY47" fmla="*/ 1086146 h 1226434"/>
                        <a:gd name="connsiteX48" fmla="*/ 0 w 640052"/>
                        <a:gd name="connsiteY48" fmla="*/ 1226434 h 1226434"/>
                        <a:gd name="connsiteX0" fmla="*/ 469244 w 640052"/>
                        <a:gd name="connsiteY0" fmla="*/ 105085 h 1226434"/>
                        <a:gd name="connsiteX1" fmla="*/ 527076 w 640052"/>
                        <a:gd name="connsiteY1" fmla="*/ 64334 h 1226434"/>
                        <a:gd name="connsiteX2" fmla="*/ 527076 w 640052"/>
                        <a:gd name="connsiteY2" fmla="*/ 0 h 1226434"/>
                        <a:gd name="connsiteX3" fmla="*/ 584821 w 640052"/>
                        <a:gd name="connsiteY3" fmla="*/ 0 h 1226434"/>
                        <a:gd name="connsiteX4" fmla="*/ 586208 w 640052"/>
                        <a:gd name="connsiteY4" fmla="*/ 384881 h 1226434"/>
                        <a:gd name="connsiteX5" fmla="*/ 640052 w 640052"/>
                        <a:gd name="connsiteY5" fmla="*/ 384881 h 1226434"/>
                        <a:gd name="connsiteX6" fmla="*/ 640052 w 640052"/>
                        <a:gd name="connsiteY6" fmla="*/ 425632 h 1226434"/>
                        <a:gd name="connsiteX7" fmla="*/ 584908 w 640052"/>
                        <a:gd name="connsiteY7" fmla="*/ 425632 h 1226434"/>
                        <a:gd name="connsiteX8" fmla="*/ 584908 w 640052"/>
                        <a:gd name="connsiteY8" fmla="*/ 654184 h 1226434"/>
                        <a:gd name="connsiteX9" fmla="*/ 502105 w 640052"/>
                        <a:gd name="connsiteY9" fmla="*/ 654184 h 1226434"/>
                        <a:gd name="connsiteX10" fmla="*/ 502105 w 640052"/>
                        <a:gd name="connsiteY10" fmla="*/ 865656 h 1226434"/>
                        <a:gd name="connsiteX11" fmla="*/ 483724 w 640052"/>
                        <a:gd name="connsiteY11" fmla="*/ 865656 h 1226434"/>
                        <a:gd name="connsiteX12" fmla="*/ 444880 w 640052"/>
                        <a:gd name="connsiteY12" fmla="*/ 901726 h 1226434"/>
                        <a:gd name="connsiteX13" fmla="*/ 425025 w 640052"/>
                        <a:gd name="connsiteY13" fmla="*/ 903806 h 1226434"/>
                        <a:gd name="connsiteX14" fmla="*/ 425285 w 640052"/>
                        <a:gd name="connsiteY14" fmla="*/ 955049 h 1226434"/>
                        <a:gd name="connsiteX15" fmla="*/ 409505 w 640052"/>
                        <a:gd name="connsiteY15" fmla="*/ 956609 h 1226434"/>
                        <a:gd name="connsiteX16" fmla="*/ 409505 w 640052"/>
                        <a:gd name="connsiteY16" fmla="*/ 965020 h 1226434"/>
                        <a:gd name="connsiteX17" fmla="*/ 358523 w 640052"/>
                        <a:gd name="connsiteY17" fmla="*/ 965020 h 1226434"/>
                        <a:gd name="connsiteX18" fmla="*/ 355748 w 640052"/>
                        <a:gd name="connsiteY18" fmla="*/ 956870 h 1226434"/>
                        <a:gd name="connsiteX19" fmla="*/ 348638 w 640052"/>
                        <a:gd name="connsiteY19" fmla="*/ 956349 h 1226434"/>
                        <a:gd name="connsiteX20" fmla="*/ 346557 w 640052"/>
                        <a:gd name="connsiteY20" fmla="*/ 930338 h 1226434"/>
                        <a:gd name="connsiteX21" fmla="*/ 310315 w 640052"/>
                        <a:gd name="connsiteY21" fmla="*/ 931118 h 1226434"/>
                        <a:gd name="connsiteX22" fmla="*/ 310315 w 640052"/>
                        <a:gd name="connsiteY22" fmla="*/ 936494 h 1226434"/>
                        <a:gd name="connsiteX23" fmla="*/ 262368 w 640052"/>
                        <a:gd name="connsiteY23" fmla="*/ 935974 h 1226434"/>
                        <a:gd name="connsiteX24" fmla="*/ 262368 w 640052"/>
                        <a:gd name="connsiteY24" fmla="*/ 981580 h 1226434"/>
                        <a:gd name="connsiteX25" fmla="*/ 251876 w 640052"/>
                        <a:gd name="connsiteY25" fmla="*/ 983141 h 1226434"/>
                        <a:gd name="connsiteX26" fmla="*/ 251876 w 640052"/>
                        <a:gd name="connsiteY26" fmla="*/ 998401 h 1226434"/>
                        <a:gd name="connsiteX27" fmla="*/ 225345 w 640052"/>
                        <a:gd name="connsiteY27" fmla="*/ 998401 h 1226434"/>
                        <a:gd name="connsiteX28" fmla="*/ 225345 w 640052"/>
                        <a:gd name="connsiteY28" fmla="*/ 1018516 h 1226434"/>
                        <a:gd name="connsiteX29" fmla="*/ 90259 w 640052"/>
                        <a:gd name="connsiteY29" fmla="*/ 1018516 h 1226434"/>
                        <a:gd name="connsiteX30" fmla="*/ 90259 w 640052"/>
                        <a:gd name="connsiteY30" fmla="*/ 1045568 h 1226434"/>
                        <a:gd name="connsiteX31" fmla="*/ 99797 w 640052"/>
                        <a:gd name="connsiteY31" fmla="*/ 1045568 h 1226434"/>
                        <a:gd name="connsiteX32" fmla="*/ 100144 w 640052"/>
                        <a:gd name="connsiteY32" fmla="*/ 1066204 h 1226434"/>
                        <a:gd name="connsiteX33" fmla="*/ 105866 w 640052"/>
                        <a:gd name="connsiteY33" fmla="*/ 1066204 h 1226434"/>
                        <a:gd name="connsiteX34" fmla="*/ 105866 w 640052"/>
                        <a:gd name="connsiteY34" fmla="*/ 1082678 h 1226434"/>
                        <a:gd name="connsiteX35" fmla="*/ 110808 w 640052"/>
                        <a:gd name="connsiteY35" fmla="*/ 1082678 h 1226434"/>
                        <a:gd name="connsiteX36" fmla="*/ 110461 w 640052"/>
                        <a:gd name="connsiteY36" fmla="*/ 1102967 h 1226434"/>
                        <a:gd name="connsiteX37" fmla="*/ 95201 w 640052"/>
                        <a:gd name="connsiteY37" fmla="*/ 1102967 h 1226434"/>
                        <a:gd name="connsiteX38" fmla="*/ 95201 w 640052"/>
                        <a:gd name="connsiteY38" fmla="*/ 1112504 h 1226434"/>
                        <a:gd name="connsiteX39" fmla="*/ 69190 w 640052"/>
                        <a:gd name="connsiteY39" fmla="*/ 1112504 h 1226434"/>
                        <a:gd name="connsiteX40" fmla="*/ 69190 w 640052"/>
                        <a:gd name="connsiteY40" fmla="*/ 1175972 h 1226434"/>
                        <a:gd name="connsiteX41" fmla="*/ 45867 w 640052"/>
                        <a:gd name="connsiteY41" fmla="*/ 1175972 h 1226434"/>
                        <a:gd name="connsiteX42" fmla="*/ 45867 w 640052"/>
                        <a:gd name="connsiteY42" fmla="*/ 1114411 h 1226434"/>
                        <a:gd name="connsiteX43" fmla="*/ 33641 w 640052"/>
                        <a:gd name="connsiteY43" fmla="*/ 1114411 h 1226434"/>
                        <a:gd name="connsiteX44" fmla="*/ 33641 w 640052"/>
                        <a:gd name="connsiteY44" fmla="*/ 1104094 h 1226434"/>
                        <a:gd name="connsiteX45" fmla="*/ 16821 w 640052"/>
                        <a:gd name="connsiteY45" fmla="*/ 1104094 h 1226434"/>
                        <a:gd name="connsiteX46" fmla="*/ 16821 w 640052"/>
                        <a:gd name="connsiteY46" fmla="*/ 1086146 h 1226434"/>
                        <a:gd name="connsiteX47" fmla="*/ 0 w 640052"/>
                        <a:gd name="connsiteY47" fmla="*/ 1086146 h 1226434"/>
                        <a:gd name="connsiteX48" fmla="*/ 0 w 640052"/>
                        <a:gd name="connsiteY48" fmla="*/ 1226434 h 1226434"/>
                        <a:gd name="connsiteX0" fmla="*/ 527076 w 640052"/>
                        <a:gd name="connsiteY0" fmla="*/ 64334 h 1226434"/>
                        <a:gd name="connsiteX1" fmla="*/ 527076 w 640052"/>
                        <a:gd name="connsiteY1" fmla="*/ 0 h 1226434"/>
                        <a:gd name="connsiteX2" fmla="*/ 584821 w 640052"/>
                        <a:gd name="connsiteY2" fmla="*/ 0 h 1226434"/>
                        <a:gd name="connsiteX3" fmla="*/ 586208 w 640052"/>
                        <a:gd name="connsiteY3" fmla="*/ 384881 h 1226434"/>
                        <a:gd name="connsiteX4" fmla="*/ 640052 w 640052"/>
                        <a:gd name="connsiteY4" fmla="*/ 384881 h 1226434"/>
                        <a:gd name="connsiteX5" fmla="*/ 640052 w 640052"/>
                        <a:gd name="connsiteY5" fmla="*/ 425632 h 1226434"/>
                        <a:gd name="connsiteX6" fmla="*/ 584908 w 640052"/>
                        <a:gd name="connsiteY6" fmla="*/ 425632 h 1226434"/>
                        <a:gd name="connsiteX7" fmla="*/ 584908 w 640052"/>
                        <a:gd name="connsiteY7" fmla="*/ 654184 h 1226434"/>
                        <a:gd name="connsiteX8" fmla="*/ 502105 w 640052"/>
                        <a:gd name="connsiteY8" fmla="*/ 654184 h 1226434"/>
                        <a:gd name="connsiteX9" fmla="*/ 502105 w 640052"/>
                        <a:gd name="connsiteY9" fmla="*/ 865656 h 1226434"/>
                        <a:gd name="connsiteX10" fmla="*/ 483724 w 640052"/>
                        <a:gd name="connsiteY10" fmla="*/ 865656 h 1226434"/>
                        <a:gd name="connsiteX11" fmla="*/ 444880 w 640052"/>
                        <a:gd name="connsiteY11" fmla="*/ 901726 h 1226434"/>
                        <a:gd name="connsiteX12" fmla="*/ 425025 w 640052"/>
                        <a:gd name="connsiteY12" fmla="*/ 903806 h 1226434"/>
                        <a:gd name="connsiteX13" fmla="*/ 425285 w 640052"/>
                        <a:gd name="connsiteY13" fmla="*/ 955049 h 1226434"/>
                        <a:gd name="connsiteX14" fmla="*/ 409505 w 640052"/>
                        <a:gd name="connsiteY14" fmla="*/ 956609 h 1226434"/>
                        <a:gd name="connsiteX15" fmla="*/ 409505 w 640052"/>
                        <a:gd name="connsiteY15" fmla="*/ 965020 h 1226434"/>
                        <a:gd name="connsiteX16" fmla="*/ 358523 w 640052"/>
                        <a:gd name="connsiteY16" fmla="*/ 965020 h 1226434"/>
                        <a:gd name="connsiteX17" fmla="*/ 355748 w 640052"/>
                        <a:gd name="connsiteY17" fmla="*/ 956870 h 1226434"/>
                        <a:gd name="connsiteX18" fmla="*/ 348638 w 640052"/>
                        <a:gd name="connsiteY18" fmla="*/ 956349 h 1226434"/>
                        <a:gd name="connsiteX19" fmla="*/ 346557 w 640052"/>
                        <a:gd name="connsiteY19" fmla="*/ 930338 h 1226434"/>
                        <a:gd name="connsiteX20" fmla="*/ 310315 w 640052"/>
                        <a:gd name="connsiteY20" fmla="*/ 931118 h 1226434"/>
                        <a:gd name="connsiteX21" fmla="*/ 310315 w 640052"/>
                        <a:gd name="connsiteY21" fmla="*/ 936494 h 1226434"/>
                        <a:gd name="connsiteX22" fmla="*/ 262368 w 640052"/>
                        <a:gd name="connsiteY22" fmla="*/ 935974 h 1226434"/>
                        <a:gd name="connsiteX23" fmla="*/ 262368 w 640052"/>
                        <a:gd name="connsiteY23" fmla="*/ 981580 h 1226434"/>
                        <a:gd name="connsiteX24" fmla="*/ 251876 w 640052"/>
                        <a:gd name="connsiteY24" fmla="*/ 983141 h 1226434"/>
                        <a:gd name="connsiteX25" fmla="*/ 251876 w 640052"/>
                        <a:gd name="connsiteY25" fmla="*/ 998401 h 1226434"/>
                        <a:gd name="connsiteX26" fmla="*/ 225345 w 640052"/>
                        <a:gd name="connsiteY26" fmla="*/ 998401 h 1226434"/>
                        <a:gd name="connsiteX27" fmla="*/ 225345 w 640052"/>
                        <a:gd name="connsiteY27" fmla="*/ 1018516 h 1226434"/>
                        <a:gd name="connsiteX28" fmla="*/ 90259 w 640052"/>
                        <a:gd name="connsiteY28" fmla="*/ 1018516 h 1226434"/>
                        <a:gd name="connsiteX29" fmla="*/ 90259 w 640052"/>
                        <a:gd name="connsiteY29" fmla="*/ 1045568 h 1226434"/>
                        <a:gd name="connsiteX30" fmla="*/ 99797 w 640052"/>
                        <a:gd name="connsiteY30" fmla="*/ 1045568 h 1226434"/>
                        <a:gd name="connsiteX31" fmla="*/ 100144 w 640052"/>
                        <a:gd name="connsiteY31" fmla="*/ 1066204 h 1226434"/>
                        <a:gd name="connsiteX32" fmla="*/ 105866 w 640052"/>
                        <a:gd name="connsiteY32" fmla="*/ 1066204 h 1226434"/>
                        <a:gd name="connsiteX33" fmla="*/ 105866 w 640052"/>
                        <a:gd name="connsiteY33" fmla="*/ 1082678 h 1226434"/>
                        <a:gd name="connsiteX34" fmla="*/ 110808 w 640052"/>
                        <a:gd name="connsiteY34" fmla="*/ 1082678 h 1226434"/>
                        <a:gd name="connsiteX35" fmla="*/ 110461 w 640052"/>
                        <a:gd name="connsiteY35" fmla="*/ 1102967 h 1226434"/>
                        <a:gd name="connsiteX36" fmla="*/ 95201 w 640052"/>
                        <a:gd name="connsiteY36" fmla="*/ 1102967 h 1226434"/>
                        <a:gd name="connsiteX37" fmla="*/ 95201 w 640052"/>
                        <a:gd name="connsiteY37" fmla="*/ 1112504 h 1226434"/>
                        <a:gd name="connsiteX38" fmla="*/ 69190 w 640052"/>
                        <a:gd name="connsiteY38" fmla="*/ 1112504 h 1226434"/>
                        <a:gd name="connsiteX39" fmla="*/ 69190 w 640052"/>
                        <a:gd name="connsiteY39" fmla="*/ 1175972 h 1226434"/>
                        <a:gd name="connsiteX40" fmla="*/ 45867 w 640052"/>
                        <a:gd name="connsiteY40" fmla="*/ 1175972 h 1226434"/>
                        <a:gd name="connsiteX41" fmla="*/ 45867 w 640052"/>
                        <a:gd name="connsiteY41" fmla="*/ 1114411 h 1226434"/>
                        <a:gd name="connsiteX42" fmla="*/ 33641 w 640052"/>
                        <a:gd name="connsiteY42" fmla="*/ 1114411 h 1226434"/>
                        <a:gd name="connsiteX43" fmla="*/ 33641 w 640052"/>
                        <a:gd name="connsiteY43" fmla="*/ 1104094 h 1226434"/>
                        <a:gd name="connsiteX44" fmla="*/ 16821 w 640052"/>
                        <a:gd name="connsiteY44" fmla="*/ 1104094 h 1226434"/>
                        <a:gd name="connsiteX45" fmla="*/ 16821 w 640052"/>
                        <a:gd name="connsiteY45" fmla="*/ 1086146 h 1226434"/>
                        <a:gd name="connsiteX46" fmla="*/ 0 w 640052"/>
                        <a:gd name="connsiteY46" fmla="*/ 1086146 h 1226434"/>
                        <a:gd name="connsiteX47" fmla="*/ 0 w 640052"/>
                        <a:gd name="connsiteY47" fmla="*/ 1226434 h 1226434"/>
                        <a:gd name="connsiteX0" fmla="*/ 527076 w 640052"/>
                        <a:gd name="connsiteY0" fmla="*/ 64334 h 1226434"/>
                        <a:gd name="connsiteX1" fmla="*/ 527076 w 640052"/>
                        <a:gd name="connsiteY1" fmla="*/ 0 h 1226434"/>
                        <a:gd name="connsiteX2" fmla="*/ 584821 w 640052"/>
                        <a:gd name="connsiteY2" fmla="*/ 0 h 1226434"/>
                        <a:gd name="connsiteX3" fmla="*/ 586208 w 640052"/>
                        <a:gd name="connsiteY3" fmla="*/ 384881 h 1226434"/>
                        <a:gd name="connsiteX4" fmla="*/ 640052 w 640052"/>
                        <a:gd name="connsiteY4" fmla="*/ 384881 h 1226434"/>
                        <a:gd name="connsiteX5" fmla="*/ 640052 w 640052"/>
                        <a:gd name="connsiteY5" fmla="*/ 425632 h 1226434"/>
                        <a:gd name="connsiteX6" fmla="*/ 584908 w 640052"/>
                        <a:gd name="connsiteY6" fmla="*/ 425632 h 1226434"/>
                        <a:gd name="connsiteX7" fmla="*/ 584908 w 640052"/>
                        <a:gd name="connsiteY7" fmla="*/ 654184 h 1226434"/>
                        <a:gd name="connsiteX8" fmla="*/ 502105 w 640052"/>
                        <a:gd name="connsiteY8" fmla="*/ 654184 h 1226434"/>
                        <a:gd name="connsiteX9" fmla="*/ 502105 w 640052"/>
                        <a:gd name="connsiteY9" fmla="*/ 865656 h 1226434"/>
                        <a:gd name="connsiteX10" fmla="*/ 483724 w 640052"/>
                        <a:gd name="connsiteY10" fmla="*/ 865656 h 1226434"/>
                        <a:gd name="connsiteX11" fmla="*/ 444880 w 640052"/>
                        <a:gd name="connsiteY11" fmla="*/ 901726 h 1226434"/>
                        <a:gd name="connsiteX12" fmla="*/ 425025 w 640052"/>
                        <a:gd name="connsiteY12" fmla="*/ 903806 h 1226434"/>
                        <a:gd name="connsiteX13" fmla="*/ 425285 w 640052"/>
                        <a:gd name="connsiteY13" fmla="*/ 955049 h 1226434"/>
                        <a:gd name="connsiteX14" fmla="*/ 409505 w 640052"/>
                        <a:gd name="connsiteY14" fmla="*/ 956609 h 1226434"/>
                        <a:gd name="connsiteX15" fmla="*/ 409505 w 640052"/>
                        <a:gd name="connsiteY15" fmla="*/ 965020 h 1226434"/>
                        <a:gd name="connsiteX16" fmla="*/ 358523 w 640052"/>
                        <a:gd name="connsiteY16" fmla="*/ 965020 h 1226434"/>
                        <a:gd name="connsiteX17" fmla="*/ 355748 w 640052"/>
                        <a:gd name="connsiteY17" fmla="*/ 956870 h 1226434"/>
                        <a:gd name="connsiteX18" fmla="*/ 348638 w 640052"/>
                        <a:gd name="connsiteY18" fmla="*/ 956349 h 1226434"/>
                        <a:gd name="connsiteX19" fmla="*/ 346557 w 640052"/>
                        <a:gd name="connsiteY19" fmla="*/ 930338 h 1226434"/>
                        <a:gd name="connsiteX20" fmla="*/ 310315 w 640052"/>
                        <a:gd name="connsiteY20" fmla="*/ 931118 h 1226434"/>
                        <a:gd name="connsiteX21" fmla="*/ 310315 w 640052"/>
                        <a:gd name="connsiteY21" fmla="*/ 936494 h 1226434"/>
                        <a:gd name="connsiteX22" fmla="*/ 262368 w 640052"/>
                        <a:gd name="connsiteY22" fmla="*/ 935974 h 1226434"/>
                        <a:gd name="connsiteX23" fmla="*/ 262368 w 640052"/>
                        <a:gd name="connsiteY23" fmla="*/ 981580 h 1226434"/>
                        <a:gd name="connsiteX24" fmla="*/ 251876 w 640052"/>
                        <a:gd name="connsiteY24" fmla="*/ 983141 h 1226434"/>
                        <a:gd name="connsiteX25" fmla="*/ 251876 w 640052"/>
                        <a:gd name="connsiteY25" fmla="*/ 998401 h 1226434"/>
                        <a:gd name="connsiteX26" fmla="*/ 225345 w 640052"/>
                        <a:gd name="connsiteY26" fmla="*/ 998401 h 1226434"/>
                        <a:gd name="connsiteX27" fmla="*/ 225345 w 640052"/>
                        <a:gd name="connsiteY27" fmla="*/ 1018516 h 1226434"/>
                        <a:gd name="connsiteX28" fmla="*/ 90259 w 640052"/>
                        <a:gd name="connsiteY28" fmla="*/ 1018516 h 1226434"/>
                        <a:gd name="connsiteX29" fmla="*/ 90259 w 640052"/>
                        <a:gd name="connsiteY29" fmla="*/ 1045568 h 1226434"/>
                        <a:gd name="connsiteX30" fmla="*/ 99797 w 640052"/>
                        <a:gd name="connsiteY30" fmla="*/ 1045568 h 1226434"/>
                        <a:gd name="connsiteX31" fmla="*/ 100144 w 640052"/>
                        <a:gd name="connsiteY31" fmla="*/ 1066204 h 1226434"/>
                        <a:gd name="connsiteX32" fmla="*/ 105866 w 640052"/>
                        <a:gd name="connsiteY32" fmla="*/ 1066204 h 1226434"/>
                        <a:gd name="connsiteX33" fmla="*/ 105866 w 640052"/>
                        <a:gd name="connsiteY33" fmla="*/ 1082678 h 1226434"/>
                        <a:gd name="connsiteX34" fmla="*/ 110808 w 640052"/>
                        <a:gd name="connsiteY34" fmla="*/ 1082678 h 1226434"/>
                        <a:gd name="connsiteX35" fmla="*/ 110461 w 640052"/>
                        <a:gd name="connsiteY35" fmla="*/ 1102967 h 1226434"/>
                        <a:gd name="connsiteX36" fmla="*/ 95201 w 640052"/>
                        <a:gd name="connsiteY36" fmla="*/ 1102967 h 1226434"/>
                        <a:gd name="connsiteX37" fmla="*/ 95201 w 640052"/>
                        <a:gd name="connsiteY37" fmla="*/ 1112504 h 1226434"/>
                        <a:gd name="connsiteX38" fmla="*/ 69190 w 640052"/>
                        <a:gd name="connsiteY38" fmla="*/ 1112504 h 1226434"/>
                        <a:gd name="connsiteX39" fmla="*/ 69190 w 640052"/>
                        <a:gd name="connsiteY39" fmla="*/ 1175972 h 1226434"/>
                        <a:gd name="connsiteX40" fmla="*/ 45867 w 640052"/>
                        <a:gd name="connsiteY40" fmla="*/ 1175972 h 1226434"/>
                        <a:gd name="connsiteX41" fmla="*/ 45867 w 640052"/>
                        <a:gd name="connsiteY41" fmla="*/ 1114411 h 1226434"/>
                        <a:gd name="connsiteX42" fmla="*/ 33641 w 640052"/>
                        <a:gd name="connsiteY42" fmla="*/ 1114411 h 1226434"/>
                        <a:gd name="connsiteX43" fmla="*/ 33641 w 640052"/>
                        <a:gd name="connsiteY43" fmla="*/ 1104094 h 1226434"/>
                        <a:gd name="connsiteX44" fmla="*/ 16821 w 640052"/>
                        <a:gd name="connsiteY44" fmla="*/ 1104094 h 1226434"/>
                        <a:gd name="connsiteX45" fmla="*/ 16821 w 640052"/>
                        <a:gd name="connsiteY45" fmla="*/ 1086146 h 1226434"/>
                        <a:gd name="connsiteX46" fmla="*/ 0 w 640052"/>
                        <a:gd name="connsiteY46" fmla="*/ 1086146 h 1226434"/>
                        <a:gd name="connsiteX47" fmla="*/ 0 w 640052"/>
                        <a:gd name="connsiteY47" fmla="*/ 1226434 h 1226434"/>
                        <a:gd name="connsiteX0" fmla="*/ 527076 w 640052"/>
                        <a:gd name="connsiteY0" fmla="*/ 0 h 1226434"/>
                        <a:gd name="connsiteX1" fmla="*/ 584821 w 640052"/>
                        <a:gd name="connsiteY1" fmla="*/ 0 h 1226434"/>
                        <a:gd name="connsiteX2" fmla="*/ 586208 w 640052"/>
                        <a:gd name="connsiteY2" fmla="*/ 384881 h 1226434"/>
                        <a:gd name="connsiteX3" fmla="*/ 640052 w 640052"/>
                        <a:gd name="connsiteY3" fmla="*/ 384881 h 1226434"/>
                        <a:gd name="connsiteX4" fmla="*/ 640052 w 640052"/>
                        <a:gd name="connsiteY4" fmla="*/ 425632 h 1226434"/>
                        <a:gd name="connsiteX5" fmla="*/ 584908 w 640052"/>
                        <a:gd name="connsiteY5" fmla="*/ 425632 h 1226434"/>
                        <a:gd name="connsiteX6" fmla="*/ 584908 w 640052"/>
                        <a:gd name="connsiteY6" fmla="*/ 654184 h 1226434"/>
                        <a:gd name="connsiteX7" fmla="*/ 502105 w 640052"/>
                        <a:gd name="connsiteY7" fmla="*/ 654184 h 1226434"/>
                        <a:gd name="connsiteX8" fmla="*/ 502105 w 640052"/>
                        <a:gd name="connsiteY8" fmla="*/ 865656 h 1226434"/>
                        <a:gd name="connsiteX9" fmla="*/ 483724 w 640052"/>
                        <a:gd name="connsiteY9" fmla="*/ 865656 h 1226434"/>
                        <a:gd name="connsiteX10" fmla="*/ 444880 w 640052"/>
                        <a:gd name="connsiteY10" fmla="*/ 901726 h 1226434"/>
                        <a:gd name="connsiteX11" fmla="*/ 425025 w 640052"/>
                        <a:gd name="connsiteY11" fmla="*/ 903806 h 1226434"/>
                        <a:gd name="connsiteX12" fmla="*/ 425285 w 640052"/>
                        <a:gd name="connsiteY12" fmla="*/ 955049 h 1226434"/>
                        <a:gd name="connsiteX13" fmla="*/ 409505 w 640052"/>
                        <a:gd name="connsiteY13" fmla="*/ 956609 h 1226434"/>
                        <a:gd name="connsiteX14" fmla="*/ 409505 w 640052"/>
                        <a:gd name="connsiteY14" fmla="*/ 965020 h 1226434"/>
                        <a:gd name="connsiteX15" fmla="*/ 358523 w 640052"/>
                        <a:gd name="connsiteY15" fmla="*/ 965020 h 1226434"/>
                        <a:gd name="connsiteX16" fmla="*/ 355748 w 640052"/>
                        <a:gd name="connsiteY16" fmla="*/ 956870 h 1226434"/>
                        <a:gd name="connsiteX17" fmla="*/ 348638 w 640052"/>
                        <a:gd name="connsiteY17" fmla="*/ 956349 h 1226434"/>
                        <a:gd name="connsiteX18" fmla="*/ 346557 w 640052"/>
                        <a:gd name="connsiteY18" fmla="*/ 930338 h 1226434"/>
                        <a:gd name="connsiteX19" fmla="*/ 310315 w 640052"/>
                        <a:gd name="connsiteY19" fmla="*/ 931118 h 1226434"/>
                        <a:gd name="connsiteX20" fmla="*/ 310315 w 640052"/>
                        <a:gd name="connsiteY20" fmla="*/ 936494 h 1226434"/>
                        <a:gd name="connsiteX21" fmla="*/ 262368 w 640052"/>
                        <a:gd name="connsiteY21" fmla="*/ 935974 h 1226434"/>
                        <a:gd name="connsiteX22" fmla="*/ 262368 w 640052"/>
                        <a:gd name="connsiteY22" fmla="*/ 981580 h 1226434"/>
                        <a:gd name="connsiteX23" fmla="*/ 251876 w 640052"/>
                        <a:gd name="connsiteY23" fmla="*/ 983141 h 1226434"/>
                        <a:gd name="connsiteX24" fmla="*/ 251876 w 640052"/>
                        <a:gd name="connsiteY24" fmla="*/ 998401 h 1226434"/>
                        <a:gd name="connsiteX25" fmla="*/ 225345 w 640052"/>
                        <a:gd name="connsiteY25" fmla="*/ 998401 h 1226434"/>
                        <a:gd name="connsiteX26" fmla="*/ 225345 w 640052"/>
                        <a:gd name="connsiteY26" fmla="*/ 1018516 h 1226434"/>
                        <a:gd name="connsiteX27" fmla="*/ 90259 w 640052"/>
                        <a:gd name="connsiteY27" fmla="*/ 1018516 h 1226434"/>
                        <a:gd name="connsiteX28" fmla="*/ 90259 w 640052"/>
                        <a:gd name="connsiteY28" fmla="*/ 1045568 h 1226434"/>
                        <a:gd name="connsiteX29" fmla="*/ 99797 w 640052"/>
                        <a:gd name="connsiteY29" fmla="*/ 1045568 h 1226434"/>
                        <a:gd name="connsiteX30" fmla="*/ 100144 w 640052"/>
                        <a:gd name="connsiteY30" fmla="*/ 1066204 h 1226434"/>
                        <a:gd name="connsiteX31" fmla="*/ 105866 w 640052"/>
                        <a:gd name="connsiteY31" fmla="*/ 1066204 h 1226434"/>
                        <a:gd name="connsiteX32" fmla="*/ 105866 w 640052"/>
                        <a:gd name="connsiteY32" fmla="*/ 1082678 h 1226434"/>
                        <a:gd name="connsiteX33" fmla="*/ 110808 w 640052"/>
                        <a:gd name="connsiteY33" fmla="*/ 1082678 h 1226434"/>
                        <a:gd name="connsiteX34" fmla="*/ 110461 w 640052"/>
                        <a:gd name="connsiteY34" fmla="*/ 1102967 h 1226434"/>
                        <a:gd name="connsiteX35" fmla="*/ 95201 w 640052"/>
                        <a:gd name="connsiteY35" fmla="*/ 1102967 h 1226434"/>
                        <a:gd name="connsiteX36" fmla="*/ 95201 w 640052"/>
                        <a:gd name="connsiteY36" fmla="*/ 1112504 h 1226434"/>
                        <a:gd name="connsiteX37" fmla="*/ 69190 w 640052"/>
                        <a:gd name="connsiteY37" fmla="*/ 1112504 h 1226434"/>
                        <a:gd name="connsiteX38" fmla="*/ 69190 w 640052"/>
                        <a:gd name="connsiteY38" fmla="*/ 1175972 h 1226434"/>
                        <a:gd name="connsiteX39" fmla="*/ 45867 w 640052"/>
                        <a:gd name="connsiteY39" fmla="*/ 1175972 h 1226434"/>
                        <a:gd name="connsiteX40" fmla="*/ 45867 w 640052"/>
                        <a:gd name="connsiteY40" fmla="*/ 1114411 h 1226434"/>
                        <a:gd name="connsiteX41" fmla="*/ 33641 w 640052"/>
                        <a:gd name="connsiteY41" fmla="*/ 1114411 h 1226434"/>
                        <a:gd name="connsiteX42" fmla="*/ 33641 w 640052"/>
                        <a:gd name="connsiteY42" fmla="*/ 1104094 h 1226434"/>
                        <a:gd name="connsiteX43" fmla="*/ 16821 w 640052"/>
                        <a:gd name="connsiteY43" fmla="*/ 1104094 h 1226434"/>
                        <a:gd name="connsiteX44" fmla="*/ 16821 w 640052"/>
                        <a:gd name="connsiteY44" fmla="*/ 1086146 h 1226434"/>
                        <a:gd name="connsiteX45" fmla="*/ 0 w 640052"/>
                        <a:gd name="connsiteY45" fmla="*/ 1086146 h 1226434"/>
                        <a:gd name="connsiteX46" fmla="*/ 0 w 640052"/>
                        <a:gd name="connsiteY46" fmla="*/ 1226434 h 1226434"/>
                        <a:gd name="connsiteX0" fmla="*/ 584821 w 640052"/>
                        <a:gd name="connsiteY0" fmla="*/ 0 h 1226434"/>
                        <a:gd name="connsiteX1" fmla="*/ 586208 w 640052"/>
                        <a:gd name="connsiteY1" fmla="*/ 384881 h 1226434"/>
                        <a:gd name="connsiteX2" fmla="*/ 640052 w 640052"/>
                        <a:gd name="connsiteY2" fmla="*/ 384881 h 1226434"/>
                        <a:gd name="connsiteX3" fmla="*/ 640052 w 640052"/>
                        <a:gd name="connsiteY3" fmla="*/ 425632 h 1226434"/>
                        <a:gd name="connsiteX4" fmla="*/ 584908 w 640052"/>
                        <a:gd name="connsiteY4" fmla="*/ 425632 h 1226434"/>
                        <a:gd name="connsiteX5" fmla="*/ 584908 w 640052"/>
                        <a:gd name="connsiteY5" fmla="*/ 654184 h 1226434"/>
                        <a:gd name="connsiteX6" fmla="*/ 502105 w 640052"/>
                        <a:gd name="connsiteY6" fmla="*/ 654184 h 1226434"/>
                        <a:gd name="connsiteX7" fmla="*/ 502105 w 640052"/>
                        <a:gd name="connsiteY7" fmla="*/ 865656 h 1226434"/>
                        <a:gd name="connsiteX8" fmla="*/ 483724 w 640052"/>
                        <a:gd name="connsiteY8" fmla="*/ 865656 h 1226434"/>
                        <a:gd name="connsiteX9" fmla="*/ 444880 w 640052"/>
                        <a:gd name="connsiteY9" fmla="*/ 901726 h 1226434"/>
                        <a:gd name="connsiteX10" fmla="*/ 425025 w 640052"/>
                        <a:gd name="connsiteY10" fmla="*/ 903806 h 1226434"/>
                        <a:gd name="connsiteX11" fmla="*/ 425285 w 640052"/>
                        <a:gd name="connsiteY11" fmla="*/ 955049 h 1226434"/>
                        <a:gd name="connsiteX12" fmla="*/ 409505 w 640052"/>
                        <a:gd name="connsiteY12" fmla="*/ 956609 h 1226434"/>
                        <a:gd name="connsiteX13" fmla="*/ 409505 w 640052"/>
                        <a:gd name="connsiteY13" fmla="*/ 965020 h 1226434"/>
                        <a:gd name="connsiteX14" fmla="*/ 358523 w 640052"/>
                        <a:gd name="connsiteY14" fmla="*/ 965020 h 1226434"/>
                        <a:gd name="connsiteX15" fmla="*/ 355748 w 640052"/>
                        <a:gd name="connsiteY15" fmla="*/ 956870 h 1226434"/>
                        <a:gd name="connsiteX16" fmla="*/ 348638 w 640052"/>
                        <a:gd name="connsiteY16" fmla="*/ 956349 h 1226434"/>
                        <a:gd name="connsiteX17" fmla="*/ 346557 w 640052"/>
                        <a:gd name="connsiteY17" fmla="*/ 930338 h 1226434"/>
                        <a:gd name="connsiteX18" fmla="*/ 310315 w 640052"/>
                        <a:gd name="connsiteY18" fmla="*/ 931118 h 1226434"/>
                        <a:gd name="connsiteX19" fmla="*/ 310315 w 640052"/>
                        <a:gd name="connsiteY19" fmla="*/ 936494 h 1226434"/>
                        <a:gd name="connsiteX20" fmla="*/ 262368 w 640052"/>
                        <a:gd name="connsiteY20" fmla="*/ 935974 h 1226434"/>
                        <a:gd name="connsiteX21" fmla="*/ 262368 w 640052"/>
                        <a:gd name="connsiteY21" fmla="*/ 981580 h 1226434"/>
                        <a:gd name="connsiteX22" fmla="*/ 251876 w 640052"/>
                        <a:gd name="connsiteY22" fmla="*/ 983141 h 1226434"/>
                        <a:gd name="connsiteX23" fmla="*/ 251876 w 640052"/>
                        <a:gd name="connsiteY23" fmla="*/ 998401 h 1226434"/>
                        <a:gd name="connsiteX24" fmla="*/ 225345 w 640052"/>
                        <a:gd name="connsiteY24" fmla="*/ 998401 h 1226434"/>
                        <a:gd name="connsiteX25" fmla="*/ 225345 w 640052"/>
                        <a:gd name="connsiteY25" fmla="*/ 1018516 h 1226434"/>
                        <a:gd name="connsiteX26" fmla="*/ 90259 w 640052"/>
                        <a:gd name="connsiteY26" fmla="*/ 1018516 h 1226434"/>
                        <a:gd name="connsiteX27" fmla="*/ 90259 w 640052"/>
                        <a:gd name="connsiteY27" fmla="*/ 1045568 h 1226434"/>
                        <a:gd name="connsiteX28" fmla="*/ 99797 w 640052"/>
                        <a:gd name="connsiteY28" fmla="*/ 1045568 h 1226434"/>
                        <a:gd name="connsiteX29" fmla="*/ 100144 w 640052"/>
                        <a:gd name="connsiteY29" fmla="*/ 1066204 h 1226434"/>
                        <a:gd name="connsiteX30" fmla="*/ 105866 w 640052"/>
                        <a:gd name="connsiteY30" fmla="*/ 1066204 h 1226434"/>
                        <a:gd name="connsiteX31" fmla="*/ 105866 w 640052"/>
                        <a:gd name="connsiteY31" fmla="*/ 1082678 h 1226434"/>
                        <a:gd name="connsiteX32" fmla="*/ 110808 w 640052"/>
                        <a:gd name="connsiteY32" fmla="*/ 1082678 h 1226434"/>
                        <a:gd name="connsiteX33" fmla="*/ 110461 w 640052"/>
                        <a:gd name="connsiteY33" fmla="*/ 1102967 h 1226434"/>
                        <a:gd name="connsiteX34" fmla="*/ 95201 w 640052"/>
                        <a:gd name="connsiteY34" fmla="*/ 1102967 h 1226434"/>
                        <a:gd name="connsiteX35" fmla="*/ 95201 w 640052"/>
                        <a:gd name="connsiteY35" fmla="*/ 1112504 h 1226434"/>
                        <a:gd name="connsiteX36" fmla="*/ 69190 w 640052"/>
                        <a:gd name="connsiteY36" fmla="*/ 1112504 h 1226434"/>
                        <a:gd name="connsiteX37" fmla="*/ 69190 w 640052"/>
                        <a:gd name="connsiteY37" fmla="*/ 1175972 h 1226434"/>
                        <a:gd name="connsiteX38" fmla="*/ 45867 w 640052"/>
                        <a:gd name="connsiteY38" fmla="*/ 1175972 h 1226434"/>
                        <a:gd name="connsiteX39" fmla="*/ 45867 w 640052"/>
                        <a:gd name="connsiteY39" fmla="*/ 1114411 h 1226434"/>
                        <a:gd name="connsiteX40" fmla="*/ 33641 w 640052"/>
                        <a:gd name="connsiteY40" fmla="*/ 1114411 h 1226434"/>
                        <a:gd name="connsiteX41" fmla="*/ 33641 w 640052"/>
                        <a:gd name="connsiteY41" fmla="*/ 1104094 h 1226434"/>
                        <a:gd name="connsiteX42" fmla="*/ 16821 w 640052"/>
                        <a:gd name="connsiteY42" fmla="*/ 1104094 h 1226434"/>
                        <a:gd name="connsiteX43" fmla="*/ 16821 w 640052"/>
                        <a:gd name="connsiteY43" fmla="*/ 1086146 h 1226434"/>
                        <a:gd name="connsiteX44" fmla="*/ 0 w 640052"/>
                        <a:gd name="connsiteY44" fmla="*/ 1086146 h 1226434"/>
                        <a:gd name="connsiteX45" fmla="*/ 0 w 640052"/>
                        <a:gd name="connsiteY45" fmla="*/ 1226434 h 1226434"/>
                        <a:gd name="connsiteX0" fmla="*/ 584821 w 640052"/>
                        <a:gd name="connsiteY0" fmla="*/ 0 h 1226434"/>
                        <a:gd name="connsiteX1" fmla="*/ 586208 w 640052"/>
                        <a:gd name="connsiteY1" fmla="*/ 384881 h 1226434"/>
                        <a:gd name="connsiteX2" fmla="*/ 640052 w 640052"/>
                        <a:gd name="connsiteY2" fmla="*/ 384881 h 1226434"/>
                        <a:gd name="connsiteX3" fmla="*/ 640052 w 640052"/>
                        <a:gd name="connsiteY3" fmla="*/ 425632 h 1226434"/>
                        <a:gd name="connsiteX4" fmla="*/ 584908 w 640052"/>
                        <a:gd name="connsiteY4" fmla="*/ 425632 h 1226434"/>
                        <a:gd name="connsiteX5" fmla="*/ 584908 w 640052"/>
                        <a:gd name="connsiteY5" fmla="*/ 654184 h 1226434"/>
                        <a:gd name="connsiteX6" fmla="*/ 502105 w 640052"/>
                        <a:gd name="connsiteY6" fmla="*/ 654184 h 1226434"/>
                        <a:gd name="connsiteX7" fmla="*/ 502105 w 640052"/>
                        <a:gd name="connsiteY7" fmla="*/ 865656 h 1226434"/>
                        <a:gd name="connsiteX8" fmla="*/ 483724 w 640052"/>
                        <a:gd name="connsiteY8" fmla="*/ 865656 h 1226434"/>
                        <a:gd name="connsiteX9" fmla="*/ 444880 w 640052"/>
                        <a:gd name="connsiteY9" fmla="*/ 901726 h 1226434"/>
                        <a:gd name="connsiteX10" fmla="*/ 425025 w 640052"/>
                        <a:gd name="connsiteY10" fmla="*/ 903806 h 1226434"/>
                        <a:gd name="connsiteX11" fmla="*/ 425285 w 640052"/>
                        <a:gd name="connsiteY11" fmla="*/ 955049 h 1226434"/>
                        <a:gd name="connsiteX12" fmla="*/ 409505 w 640052"/>
                        <a:gd name="connsiteY12" fmla="*/ 956609 h 1226434"/>
                        <a:gd name="connsiteX13" fmla="*/ 409505 w 640052"/>
                        <a:gd name="connsiteY13" fmla="*/ 965020 h 1226434"/>
                        <a:gd name="connsiteX14" fmla="*/ 358523 w 640052"/>
                        <a:gd name="connsiteY14" fmla="*/ 965020 h 1226434"/>
                        <a:gd name="connsiteX15" fmla="*/ 355748 w 640052"/>
                        <a:gd name="connsiteY15" fmla="*/ 956870 h 1226434"/>
                        <a:gd name="connsiteX16" fmla="*/ 348638 w 640052"/>
                        <a:gd name="connsiteY16" fmla="*/ 956349 h 1226434"/>
                        <a:gd name="connsiteX17" fmla="*/ 346557 w 640052"/>
                        <a:gd name="connsiteY17" fmla="*/ 930338 h 1226434"/>
                        <a:gd name="connsiteX18" fmla="*/ 310315 w 640052"/>
                        <a:gd name="connsiteY18" fmla="*/ 931118 h 1226434"/>
                        <a:gd name="connsiteX19" fmla="*/ 310315 w 640052"/>
                        <a:gd name="connsiteY19" fmla="*/ 936494 h 1226434"/>
                        <a:gd name="connsiteX20" fmla="*/ 262368 w 640052"/>
                        <a:gd name="connsiteY20" fmla="*/ 935974 h 1226434"/>
                        <a:gd name="connsiteX21" fmla="*/ 262368 w 640052"/>
                        <a:gd name="connsiteY21" fmla="*/ 981580 h 1226434"/>
                        <a:gd name="connsiteX22" fmla="*/ 251876 w 640052"/>
                        <a:gd name="connsiteY22" fmla="*/ 983141 h 1226434"/>
                        <a:gd name="connsiteX23" fmla="*/ 251876 w 640052"/>
                        <a:gd name="connsiteY23" fmla="*/ 998401 h 1226434"/>
                        <a:gd name="connsiteX24" fmla="*/ 225345 w 640052"/>
                        <a:gd name="connsiteY24" fmla="*/ 998401 h 1226434"/>
                        <a:gd name="connsiteX25" fmla="*/ 225345 w 640052"/>
                        <a:gd name="connsiteY25" fmla="*/ 1018516 h 1226434"/>
                        <a:gd name="connsiteX26" fmla="*/ 90259 w 640052"/>
                        <a:gd name="connsiteY26" fmla="*/ 1018516 h 1226434"/>
                        <a:gd name="connsiteX27" fmla="*/ 90259 w 640052"/>
                        <a:gd name="connsiteY27" fmla="*/ 1045568 h 1226434"/>
                        <a:gd name="connsiteX28" fmla="*/ 99797 w 640052"/>
                        <a:gd name="connsiteY28" fmla="*/ 1045568 h 1226434"/>
                        <a:gd name="connsiteX29" fmla="*/ 100144 w 640052"/>
                        <a:gd name="connsiteY29" fmla="*/ 1066204 h 1226434"/>
                        <a:gd name="connsiteX30" fmla="*/ 105866 w 640052"/>
                        <a:gd name="connsiteY30" fmla="*/ 1066204 h 1226434"/>
                        <a:gd name="connsiteX31" fmla="*/ 105866 w 640052"/>
                        <a:gd name="connsiteY31" fmla="*/ 1082678 h 1226434"/>
                        <a:gd name="connsiteX32" fmla="*/ 110808 w 640052"/>
                        <a:gd name="connsiteY32" fmla="*/ 1082678 h 1226434"/>
                        <a:gd name="connsiteX33" fmla="*/ 110461 w 640052"/>
                        <a:gd name="connsiteY33" fmla="*/ 1102967 h 1226434"/>
                        <a:gd name="connsiteX34" fmla="*/ 95201 w 640052"/>
                        <a:gd name="connsiteY34" fmla="*/ 1102967 h 1226434"/>
                        <a:gd name="connsiteX35" fmla="*/ 95201 w 640052"/>
                        <a:gd name="connsiteY35" fmla="*/ 1112504 h 1226434"/>
                        <a:gd name="connsiteX36" fmla="*/ 69190 w 640052"/>
                        <a:gd name="connsiteY36" fmla="*/ 1112504 h 1226434"/>
                        <a:gd name="connsiteX37" fmla="*/ 69190 w 640052"/>
                        <a:gd name="connsiteY37" fmla="*/ 1175972 h 1226434"/>
                        <a:gd name="connsiteX38" fmla="*/ 45867 w 640052"/>
                        <a:gd name="connsiteY38" fmla="*/ 1175972 h 1226434"/>
                        <a:gd name="connsiteX39" fmla="*/ 45867 w 640052"/>
                        <a:gd name="connsiteY39" fmla="*/ 1114411 h 1226434"/>
                        <a:gd name="connsiteX40" fmla="*/ 33641 w 640052"/>
                        <a:gd name="connsiteY40" fmla="*/ 1114411 h 1226434"/>
                        <a:gd name="connsiteX41" fmla="*/ 33641 w 640052"/>
                        <a:gd name="connsiteY41" fmla="*/ 1104094 h 1226434"/>
                        <a:gd name="connsiteX42" fmla="*/ 16821 w 640052"/>
                        <a:gd name="connsiteY42" fmla="*/ 1104094 h 1226434"/>
                        <a:gd name="connsiteX43" fmla="*/ 16821 w 640052"/>
                        <a:gd name="connsiteY43" fmla="*/ 1086146 h 1226434"/>
                        <a:gd name="connsiteX44" fmla="*/ 0 w 640052"/>
                        <a:gd name="connsiteY44" fmla="*/ 1086146 h 1226434"/>
                        <a:gd name="connsiteX45" fmla="*/ 0 w 640052"/>
                        <a:gd name="connsiteY45" fmla="*/ 1226434 h 1226434"/>
                        <a:gd name="connsiteX0" fmla="*/ 584821 w 640052"/>
                        <a:gd name="connsiteY0" fmla="*/ 0 h 1226434"/>
                        <a:gd name="connsiteX1" fmla="*/ 586208 w 640052"/>
                        <a:gd name="connsiteY1" fmla="*/ 384881 h 1226434"/>
                        <a:gd name="connsiteX2" fmla="*/ 640052 w 640052"/>
                        <a:gd name="connsiteY2" fmla="*/ 384881 h 1226434"/>
                        <a:gd name="connsiteX3" fmla="*/ 640052 w 640052"/>
                        <a:gd name="connsiteY3" fmla="*/ 425632 h 1226434"/>
                        <a:gd name="connsiteX4" fmla="*/ 584908 w 640052"/>
                        <a:gd name="connsiteY4" fmla="*/ 425632 h 1226434"/>
                        <a:gd name="connsiteX5" fmla="*/ 584908 w 640052"/>
                        <a:gd name="connsiteY5" fmla="*/ 654184 h 1226434"/>
                        <a:gd name="connsiteX6" fmla="*/ 502105 w 640052"/>
                        <a:gd name="connsiteY6" fmla="*/ 654184 h 1226434"/>
                        <a:gd name="connsiteX7" fmla="*/ 502105 w 640052"/>
                        <a:gd name="connsiteY7" fmla="*/ 865656 h 1226434"/>
                        <a:gd name="connsiteX8" fmla="*/ 483724 w 640052"/>
                        <a:gd name="connsiteY8" fmla="*/ 865656 h 1226434"/>
                        <a:gd name="connsiteX9" fmla="*/ 444880 w 640052"/>
                        <a:gd name="connsiteY9" fmla="*/ 901726 h 1226434"/>
                        <a:gd name="connsiteX10" fmla="*/ 425025 w 640052"/>
                        <a:gd name="connsiteY10" fmla="*/ 903806 h 1226434"/>
                        <a:gd name="connsiteX11" fmla="*/ 425285 w 640052"/>
                        <a:gd name="connsiteY11" fmla="*/ 955049 h 1226434"/>
                        <a:gd name="connsiteX12" fmla="*/ 409505 w 640052"/>
                        <a:gd name="connsiteY12" fmla="*/ 956609 h 1226434"/>
                        <a:gd name="connsiteX13" fmla="*/ 409505 w 640052"/>
                        <a:gd name="connsiteY13" fmla="*/ 965020 h 1226434"/>
                        <a:gd name="connsiteX14" fmla="*/ 358523 w 640052"/>
                        <a:gd name="connsiteY14" fmla="*/ 965020 h 1226434"/>
                        <a:gd name="connsiteX15" fmla="*/ 355748 w 640052"/>
                        <a:gd name="connsiteY15" fmla="*/ 956870 h 1226434"/>
                        <a:gd name="connsiteX16" fmla="*/ 348638 w 640052"/>
                        <a:gd name="connsiteY16" fmla="*/ 956349 h 1226434"/>
                        <a:gd name="connsiteX17" fmla="*/ 346557 w 640052"/>
                        <a:gd name="connsiteY17" fmla="*/ 930338 h 1226434"/>
                        <a:gd name="connsiteX18" fmla="*/ 310315 w 640052"/>
                        <a:gd name="connsiteY18" fmla="*/ 931118 h 1226434"/>
                        <a:gd name="connsiteX19" fmla="*/ 310315 w 640052"/>
                        <a:gd name="connsiteY19" fmla="*/ 936494 h 1226434"/>
                        <a:gd name="connsiteX20" fmla="*/ 262368 w 640052"/>
                        <a:gd name="connsiteY20" fmla="*/ 935974 h 1226434"/>
                        <a:gd name="connsiteX21" fmla="*/ 262368 w 640052"/>
                        <a:gd name="connsiteY21" fmla="*/ 981580 h 1226434"/>
                        <a:gd name="connsiteX22" fmla="*/ 251876 w 640052"/>
                        <a:gd name="connsiteY22" fmla="*/ 983141 h 1226434"/>
                        <a:gd name="connsiteX23" fmla="*/ 251876 w 640052"/>
                        <a:gd name="connsiteY23" fmla="*/ 998401 h 1226434"/>
                        <a:gd name="connsiteX24" fmla="*/ 225345 w 640052"/>
                        <a:gd name="connsiteY24" fmla="*/ 998401 h 1226434"/>
                        <a:gd name="connsiteX25" fmla="*/ 225345 w 640052"/>
                        <a:gd name="connsiteY25" fmla="*/ 1018516 h 1226434"/>
                        <a:gd name="connsiteX26" fmla="*/ 90259 w 640052"/>
                        <a:gd name="connsiteY26" fmla="*/ 1018516 h 1226434"/>
                        <a:gd name="connsiteX27" fmla="*/ 90259 w 640052"/>
                        <a:gd name="connsiteY27" fmla="*/ 1045568 h 1226434"/>
                        <a:gd name="connsiteX28" fmla="*/ 99797 w 640052"/>
                        <a:gd name="connsiteY28" fmla="*/ 1045568 h 1226434"/>
                        <a:gd name="connsiteX29" fmla="*/ 100144 w 640052"/>
                        <a:gd name="connsiteY29" fmla="*/ 1066204 h 1226434"/>
                        <a:gd name="connsiteX30" fmla="*/ 105866 w 640052"/>
                        <a:gd name="connsiteY30" fmla="*/ 1066204 h 1226434"/>
                        <a:gd name="connsiteX31" fmla="*/ 105866 w 640052"/>
                        <a:gd name="connsiteY31" fmla="*/ 1082678 h 1226434"/>
                        <a:gd name="connsiteX32" fmla="*/ 110808 w 640052"/>
                        <a:gd name="connsiteY32" fmla="*/ 1082678 h 1226434"/>
                        <a:gd name="connsiteX33" fmla="*/ 110461 w 640052"/>
                        <a:gd name="connsiteY33" fmla="*/ 1102967 h 1226434"/>
                        <a:gd name="connsiteX34" fmla="*/ 95201 w 640052"/>
                        <a:gd name="connsiteY34" fmla="*/ 1102967 h 1226434"/>
                        <a:gd name="connsiteX35" fmla="*/ 95201 w 640052"/>
                        <a:gd name="connsiteY35" fmla="*/ 1112504 h 1226434"/>
                        <a:gd name="connsiteX36" fmla="*/ 69190 w 640052"/>
                        <a:gd name="connsiteY36" fmla="*/ 1112504 h 1226434"/>
                        <a:gd name="connsiteX37" fmla="*/ 69190 w 640052"/>
                        <a:gd name="connsiteY37" fmla="*/ 1175972 h 1226434"/>
                        <a:gd name="connsiteX38" fmla="*/ 45867 w 640052"/>
                        <a:gd name="connsiteY38" fmla="*/ 1175972 h 1226434"/>
                        <a:gd name="connsiteX39" fmla="*/ 45867 w 640052"/>
                        <a:gd name="connsiteY39" fmla="*/ 1114411 h 1226434"/>
                        <a:gd name="connsiteX40" fmla="*/ 33641 w 640052"/>
                        <a:gd name="connsiteY40" fmla="*/ 1114411 h 1226434"/>
                        <a:gd name="connsiteX41" fmla="*/ 33641 w 640052"/>
                        <a:gd name="connsiteY41" fmla="*/ 1104094 h 1226434"/>
                        <a:gd name="connsiteX42" fmla="*/ 16821 w 640052"/>
                        <a:gd name="connsiteY42" fmla="*/ 1104094 h 1226434"/>
                        <a:gd name="connsiteX43" fmla="*/ 16821 w 640052"/>
                        <a:gd name="connsiteY43" fmla="*/ 1086146 h 1226434"/>
                        <a:gd name="connsiteX44" fmla="*/ 0 w 640052"/>
                        <a:gd name="connsiteY44" fmla="*/ 1086146 h 1226434"/>
                        <a:gd name="connsiteX45" fmla="*/ 0 w 640052"/>
                        <a:gd name="connsiteY45" fmla="*/ 1226434 h 1226434"/>
                        <a:gd name="connsiteX0" fmla="*/ 579946 w 640052"/>
                        <a:gd name="connsiteY0" fmla="*/ 1361 h 884068"/>
                        <a:gd name="connsiteX1" fmla="*/ 586208 w 640052"/>
                        <a:gd name="connsiteY1" fmla="*/ 42515 h 884068"/>
                        <a:gd name="connsiteX2" fmla="*/ 640052 w 640052"/>
                        <a:gd name="connsiteY2" fmla="*/ 42515 h 884068"/>
                        <a:gd name="connsiteX3" fmla="*/ 640052 w 640052"/>
                        <a:gd name="connsiteY3" fmla="*/ 83266 h 884068"/>
                        <a:gd name="connsiteX4" fmla="*/ 584908 w 640052"/>
                        <a:gd name="connsiteY4" fmla="*/ 83266 h 884068"/>
                        <a:gd name="connsiteX5" fmla="*/ 584908 w 640052"/>
                        <a:gd name="connsiteY5" fmla="*/ 311818 h 884068"/>
                        <a:gd name="connsiteX6" fmla="*/ 502105 w 640052"/>
                        <a:gd name="connsiteY6" fmla="*/ 311818 h 884068"/>
                        <a:gd name="connsiteX7" fmla="*/ 502105 w 640052"/>
                        <a:gd name="connsiteY7" fmla="*/ 523290 h 884068"/>
                        <a:gd name="connsiteX8" fmla="*/ 483724 w 640052"/>
                        <a:gd name="connsiteY8" fmla="*/ 523290 h 884068"/>
                        <a:gd name="connsiteX9" fmla="*/ 444880 w 640052"/>
                        <a:gd name="connsiteY9" fmla="*/ 559360 h 884068"/>
                        <a:gd name="connsiteX10" fmla="*/ 425025 w 640052"/>
                        <a:gd name="connsiteY10" fmla="*/ 561440 h 884068"/>
                        <a:gd name="connsiteX11" fmla="*/ 425285 w 640052"/>
                        <a:gd name="connsiteY11" fmla="*/ 612683 h 884068"/>
                        <a:gd name="connsiteX12" fmla="*/ 409505 w 640052"/>
                        <a:gd name="connsiteY12" fmla="*/ 614243 h 884068"/>
                        <a:gd name="connsiteX13" fmla="*/ 409505 w 640052"/>
                        <a:gd name="connsiteY13" fmla="*/ 622654 h 884068"/>
                        <a:gd name="connsiteX14" fmla="*/ 358523 w 640052"/>
                        <a:gd name="connsiteY14" fmla="*/ 622654 h 884068"/>
                        <a:gd name="connsiteX15" fmla="*/ 355748 w 640052"/>
                        <a:gd name="connsiteY15" fmla="*/ 614504 h 884068"/>
                        <a:gd name="connsiteX16" fmla="*/ 348638 w 640052"/>
                        <a:gd name="connsiteY16" fmla="*/ 613983 h 884068"/>
                        <a:gd name="connsiteX17" fmla="*/ 346557 w 640052"/>
                        <a:gd name="connsiteY17" fmla="*/ 587972 h 884068"/>
                        <a:gd name="connsiteX18" fmla="*/ 310315 w 640052"/>
                        <a:gd name="connsiteY18" fmla="*/ 588752 h 884068"/>
                        <a:gd name="connsiteX19" fmla="*/ 310315 w 640052"/>
                        <a:gd name="connsiteY19" fmla="*/ 594128 h 884068"/>
                        <a:gd name="connsiteX20" fmla="*/ 262368 w 640052"/>
                        <a:gd name="connsiteY20" fmla="*/ 593608 h 884068"/>
                        <a:gd name="connsiteX21" fmla="*/ 262368 w 640052"/>
                        <a:gd name="connsiteY21" fmla="*/ 639214 h 884068"/>
                        <a:gd name="connsiteX22" fmla="*/ 251876 w 640052"/>
                        <a:gd name="connsiteY22" fmla="*/ 640775 h 884068"/>
                        <a:gd name="connsiteX23" fmla="*/ 251876 w 640052"/>
                        <a:gd name="connsiteY23" fmla="*/ 656035 h 884068"/>
                        <a:gd name="connsiteX24" fmla="*/ 225345 w 640052"/>
                        <a:gd name="connsiteY24" fmla="*/ 656035 h 884068"/>
                        <a:gd name="connsiteX25" fmla="*/ 225345 w 640052"/>
                        <a:gd name="connsiteY25" fmla="*/ 676150 h 884068"/>
                        <a:gd name="connsiteX26" fmla="*/ 90259 w 640052"/>
                        <a:gd name="connsiteY26" fmla="*/ 676150 h 884068"/>
                        <a:gd name="connsiteX27" fmla="*/ 90259 w 640052"/>
                        <a:gd name="connsiteY27" fmla="*/ 703202 h 884068"/>
                        <a:gd name="connsiteX28" fmla="*/ 99797 w 640052"/>
                        <a:gd name="connsiteY28" fmla="*/ 703202 h 884068"/>
                        <a:gd name="connsiteX29" fmla="*/ 100144 w 640052"/>
                        <a:gd name="connsiteY29" fmla="*/ 723838 h 884068"/>
                        <a:gd name="connsiteX30" fmla="*/ 105866 w 640052"/>
                        <a:gd name="connsiteY30" fmla="*/ 723838 h 884068"/>
                        <a:gd name="connsiteX31" fmla="*/ 105866 w 640052"/>
                        <a:gd name="connsiteY31" fmla="*/ 740312 h 884068"/>
                        <a:gd name="connsiteX32" fmla="*/ 110808 w 640052"/>
                        <a:gd name="connsiteY32" fmla="*/ 740312 h 884068"/>
                        <a:gd name="connsiteX33" fmla="*/ 110461 w 640052"/>
                        <a:gd name="connsiteY33" fmla="*/ 760601 h 884068"/>
                        <a:gd name="connsiteX34" fmla="*/ 95201 w 640052"/>
                        <a:gd name="connsiteY34" fmla="*/ 760601 h 884068"/>
                        <a:gd name="connsiteX35" fmla="*/ 95201 w 640052"/>
                        <a:gd name="connsiteY35" fmla="*/ 770138 h 884068"/>
                        <a:gd name="connsiteX36" fmla="*/ 69190 w 640052"/>
                        <a:gd name="connsiteY36" fmla="*/ 770138 h 884068"/>
                        <a:gd name="connsiteX37" fmla="*/ 69190 w 640052"/>
                        <a:gd name="connsiteY37" fmla="*/ 833606 h 884068"/>
                        <a:gd name="connsiteX38" fmla="*/ 45867 w 640052"/>
                        <a:gd name="connsiteY38" fmla="*/ 833606 h 884068"/>
                        <a:gd name="connsiteX39" fmla="*/ 45867 w 640052"/>
                        <a:gd name="connsiteY39" fmla="*/ 772045 h 884068"/>
                        <a:gd name="connsiteX40" fmla="*/ 33641 w 640052"/>
                        <a:gd name="connsiteY40" fmla="*/ 772045 h 884068"/>
                        <a:gd name="connsiteX41" fmla="*/ 33641 w 640052"/>
                        <a:gd name="connsiteY41" fmla="*/ 761728 h 884068"/>
                        <a:gd name="connsiteX42" fmla="*/ 16821 w 640052"/>
                        <a:gd name="connsiteY42" fmla="*/ 761728 h 884068"/>
                        <a:gd name="connsiteX43" fmla="*/ 16821 w 640052"/>
                        <a:gd name="connsiteY43" fmla="*/ 743780 h 884068"/>
                        <a:gd name="connsiteX44" fmla="*/ 0 w 640052"/>
                        <a:gd name="connsiteY44" fmla="*/ 743780 h 884068"/>
                        <a:gd name="connsiteX45" fmla="*/ 0 w 640052"/>
                        <a:gd name="connsiteY45" fmla="*/ 884068 h 884068"/>
                        <a:gd name="connsiteX0" fmla="*/ 579946 w 640052"/>
                        <a:gd name="connsiteY0" fmla="*/ 41627 h 924334"/>
                        <a:gd name="connsiteX1" fmla="*/ 586208 w 640052"/>
                        <a:gd name="connsiteY1" fmla="*/ 82781 h 924334"/>
                        <a:gd name="connsiteX2" fmla="*/ 640052 w 640052"/>
                        <a:gd name="connsiteY2" fmla="*/ 82781 h 924334"/>
                        <a:gd name="connsiteX3" fmla="*/ 640052 w 640052"/>
                        <a:gd name="connsiteY3" fmla="*/ 123532 h 924334"/>
                        <a:gd name="connsiteX4" fmla="*/ 584908 w 640052"/>
                        <a:gd name="connsiteY4" fmla="*/ 123532 h 924334"/>
                        <a:gd name="connsiteX5" fmla="*/ 584908 w 640052"/>
                        <a:gd name="connsiteY5" fmla="*/ 352084 h 924334"/>
                        <a:gd name="connsiteX6" fmla="*/ 502105 w 640052"/>
                        <a:gd name="connsiteY6" fmla="*/ 352084 h 924334"/>
                        <a:gd name="connsiteX7" fmla="*/ 502105 w 640052"/>
                        <a:gd name="connsiteY7" fmla="*/ 563556 h 924334"/>
                        <a:gd name="connsiteX8" fmla="*/ 483724 w 640052"/>
                        <a:gd name="connsiteY8" fmla="*/ 563556 h 924334"/>
                        <a:gd name="connsiteX9" fmla="*/ 444880 w 640052"/>
                        <a:gd name="connsiteY9" fmla="*/ 599626 h 924334"/>
                        <a:gd name="connsiteX10" fmla="*/ 425025 w 640052"/>
                        <a:gd name="connsiteY10" fmla="*/ 601706 h 924334"/>
                        <a:gd name="connsiteX11" fmla="*/ 425285 w 640052"/>
                        <a:gd name="connsiteY11" fmla="*/ 652949 h 924334"/>
                        <a:gd name="connsiteX12" fmla="*/ 409505 w 640052"/>
                        <a:gd name="connsiteY12" fmla="*/ 654509 h 924334"/>
                        <a:gd name="connsiteX13" fmla="*/ 409505 w 640052"/>
                        <a:gd name="connsiteY13" fmla="*/ 662920 h 924334"/>
                        <a:gd name="connsiteX14" fmla="*/ 358523 w 640052"/>
                        <a:gd name="connsiteY14" fmla="*/ 662920 h 924334"/>
                        <a:gd name="connsiteX15" fmla="*/ 355748 w 640052"/>
                        <a:gd name="connsiteY15" fmla="*/ 654770 h 924334"/>
                        <a:gd name="connsiteX16" fmla="*/ 348638 w 640052"/>
                        <a:gd name="connsiteY16" fmla="*/ 654249 h 924334"/>
                        <a:gd name="connsiteX17" fmla="*/ 346557 w 640052"/>
                        <a:gd name="connsiteY17" fmla="*/ 628238 h 924334"/>
                        <a:gd name="connsiteX18" fmla="*/ 310315 w 640052"/>
                        <a:gd name="connsiteY18" fmla="*/ 629018 h 924334"/>
                        <a:gd name="connsiteX19" fmla="*/ 310315 w 640052"/>
                        <a:gd name="connsiteY19" fmla="*/ 634394 h 924334"/>
                        <a:gd name="connsiteX20" fmla="*/ 262368 w 640052"/>
                        <a:gd name="connsiteY20" fmla="*/ 633874 h 924334"/>
                        <a:gd name="connsiteX21" fmla="*/ 262368 w 640052"/>
                        <a:gd name="connsiteY21" fmla="*/ 679480 h 924334"/>
                        <a:gd name="connsiteX22" fmla="*/ 251876 w 640052"/>
                        <a:gd name="connsiteY22" fmla="*/ 681041 h 924334"/>
                        <a:gd name="connsiteX23" fmla="*/ 251876 w 640052"/>
                        <a:gd name="connsiteY23" fmla="*/ 696301 h 924334"/>
                        <a:gd name="connsiteX24" fmla="*/ 225345 w 640052"/>
                        <a:gd name="connsiteY24" fmla="*/ 696301 h 924334"/>
                        <a:gd name="connsiteX25" fmla="*/ 225345 w 640052"/>
                        <a:gd name="connsiteY25" fmla="*/ 716416 h 924334"/>
                        <a:gd name="connsiteX26" fmla="*/ 90259 w 640052"/>
                        <a:gd name="connsiteY26" fmla="*/ 716416 h 924334"/>
                        <a:gd name="connsiteX27" fmla="*/ 90259 w 640052"/>
                        <a:gd name="connsiteY27" fmla="*/ 743468 h 924334"/>
                        <a:gd name="connsiteX28" fmla="*/ 99797 w 640052"/>
                        <a:gd name="connsiteY28" fmla="*/ 743468 h 924334"/>
                        <a:gd name="connsiteX29" fmla="*/ 100144 w 640052"/>
                        <a:gd name="connsiteY29" fmla="*/ 764104 h 924334"/>
                        <a:gd name="connsiteX30" fmla="*/ 105866 w 640052"/>
                        <a:gd name="connsiteY30" fmla="*/ 764104 h 924334"/>
                        <a:gd name="connsiteX31" fmla="*/ 105866 w 640052"/>
                        <a:gd name="connsiteY31" fmla="*/ 780578 h 924334"/>
                        <a:gd name="connsiteX32" fmla="*/ 110808 w 640052"/>
                        <a:gd name="connsiteY32" fmla="*/ 780578 h 924334"/>
                        <a:gd name="connsiteX33" fmla="*/ 110461 w 640052"/>
                        <a:gd name="connsiteY33" fmla="*/ 800867 h 924334"/>
                        <a:gd name="connsiteX34" fmla="*/ 95201 w 640052"/>
                        <a:gd name="connsiteY34" fmla="*/ 800867 h 924334"/>
                        <a:gd name="connsiteX35" fmla="*/ 95201 w 640052"/>
                        <a:gd name="connsiteY35" fmla="*/ 810404 h 924334"/>
                        <a:gd name="connsiteX36" fmla="*/ 69190 w 640052"/>
                        <a:gd name="connsiteY36" fmla="*/ 810404 h 924334"/>
                        <a:gd name="connsiteX37" fmla="*/ 69190 w 640052"/>
                        <a:gd name="connsiteY37" fmla="*/ 873872 h 924334"/>
                        <a:gd name="connsiteX38" fmla="*/ 45867 w 640052"/>
                        <a:gd name="connsiteY38" fmla="*/ 873872 h 924334"/>
                        <a:gd name="connsiteX39" fmla="*/ 45867 w 640052"/>
                        <a:gd name="connsiteY39" fmla="*/ 812311 h 924334"/>
                        <a:gd name="connsiteX40" fmla="*/ 33641 w 640052"/>
                        <a:gd name="connsiteY40" fmla="*/ 812311 h 924334"/>
                        <a:gd name="connsiteX41" fmla="*/ 33641 w 640052"/>
                        <a:gd name="connsiteY41" fmla="*/ 801994 h 924334"/>
                        <a:gd name="connsiteX42" fmla="*/ 16821 w 640052"/>
                        <a:gd name="connsiteY42" fmla="*/ 801994 h 924334"/>
                        <a:gd name="connsiteX43" fmla="*/ 16821 w 640052"/>
                        <a:gd name="connsiteY43" fmla="*/ 784046 h 924334"/>
                        <a:gd name="connsiteX44" fmla="*/ 0 w 640052"/>
                        <a:gd name="connsiteY44" fmla="*/ 784046 h 924334"/>
                        <a:gd name="connsiteX45" fmla="*/ 0 w 640052"/>
                        <a:gd name="connsiteY45" fmla="*/ 924334 h 924334"/>
                        <a:gd name="connsiteX0" fmla="*/ 579946 w 640052"/>
                        <a:gd name="connsiteY0" fmla="*/ 31520 h 914227"/>
                        <a:gd name="connsiteX1" fmla="*/ 586208 w 640052"/>
                        <a:gd name="connsiteY1" fmla="*/ 72674 h 914227"/>
                        <a:gd name="connsiteX2" fmla="*/ 640052 w 640052"/>
                        <a:gd name="connsiteY2" fmla="*/ 72674 h 914227"/>
                        <a:gd name="connsiteX3" fmla="*/ 640052 w 640052"/>
                        <a:gd name="connsiteY3" fmla="*/ 113425 h 914227"/>
                        <a:gd name="connsiteX4" fmla="*/ 584908 w 640052"/>
                        <a:gd name="connsiteY4" fmla="*/ 113425 h 914227"/>
                        <a:gd name="connsiteX5" fmla="*/ 584908 w 640052"/>
                        <a:gd name="connsiteY5" fmla="*/ 341977 h 914227"/>
                        <a:gd name="connsiteX6" fmla="*/ 502105 w 640052"/>
                        <a:gd name="connsiteY6" fmla="*/ 341977 h 914227"/>
                        <a:gd name="connsiteX7" fmla="*/ 502105 w 640052"/>
                        <a:gd name="connsiteY7" fmla="*/ 553449 h 914227"/>
                        <a:gd name="connsiteX8" fmla="*/ 483724 w 640052"/>
                        <a:gd name="connsiteY8" fmla="*/ 553449 h 914227"/>
                        <a:gd name="connsiteX9" fmla="*/ 444880 w 640052"/>
                        <a:gd name="connsiteY9" fmla="*/ 589519 h 914227"/>
                        <a:gd name="connsiteX10" fmla="*/ 425025 w 640052"/>
                        <a:gd name="connsiteY10" fmla="*/ 591599 h 914227"/>
                        <a:gd name="connsiteX11" fmla="*/ 425285 w 640052"/>
                        <a:gd name="connsiteY11" fmla="*/ 642842 h 914227"/>
                        <a:gd name="connsiteX12" fmla="*/ 409505 w 640052"/>
                        <a:gd name="connsiteY12" fmla="*/ 644402 h 914227"/>
                        <a:gd name="connsiteX13" fmla="*/ 409505 w 640052"/>
                        <a:gd name="connsiteY13" fmla="*/ 652813 h 914227"/>
                        <a:gd name="connsiteX14" fmla="*/ 358523 w 640052"/>
                        <a:gd name="connsiteY14" fmla="*/ 652813 h 914227"/>
                        <a:gd name="connsiteX15" fmla="*/ 355748 w 640052"/>
                        <a:gd name="connsiteY15" fmla="*/ 644663 h 914227"/>
                        <a:gd name="connsiteX16" fmla="*/ 348638 w 640052"/>
                        <a:gd name="connsiteY16" fmla="*/ 644142 h 914227"/>
                        <a:gd name="connsiteX17" fmla="*/ 346557 w 640052"/>
                        <a:gd name="connsiteY17" fmla="*/ 618131 h 914227"/>
                        <a:gd name="connsiteX18" fmla="*/ 310315 w 640052"/>
                        <a:gd name="connsiteY18" fmla="*/ 618911 h 914227"/>
                        <a:gd name="connsiteX19" fmla="*/ 310315 w 640052"/>
                        <a:gd name="connsiteY19" fmla="*/ 624287 h 914227"/>
                        <a:gd name="connsiteX20" fmla="*/ 262368 w 640052"/>
                        <a:gd name="connsiteY20" fmla="*/ 623767 h 914227"/>
                        <a:gd name="connsiteX21" fmla="*/ 262368 w 640052"/>
                        <a:gd name="connsiteY21" fmla="*/ 669373 h 914227"/>
                        <a:gd name="connsiteX22" fmla="*/ 251876 w 640052"/>
                        <a:gd name="connsiteY22" fmla="*/ 670934 h 914227"/>
                        <a:gd name="connsiteX23" fmla="*/ 251876 w 640052"/>
                        <a:gd name="connsiteY23" fmla="*/ 686194 h 914227"/>
                        <a:gd name="connsiteX24" fmla="*/ 225345 w 640052"/>
                        <a:gd name="connsiteY24" fmla="*/ 686194 h 914227"/>
                        <a:gd name="connsiteX25" fmla="*/ 225345 w 640052"/>
                        <a:gd name="connsiteY25" fmla="*/ 706309 h 914227"/>
                        <a:gd name="connsiteX26" fmla="*/ 90259 w 640052"/>
                        <a:gd name="connsiteY26" fmla="*/ 706309 h 914227"/>
                        <a:gd name="connsiteX27" fmla="*/ 90259 w 640052"/>
                        <a:gd name="connsiteY27" fmla="*/ 733361 h 914227"/>
                        <a:gd name="connsiteX28" fmla="*/ 99797 w 640052"/>
                        <a:gd name="connsiteY28" fmla="*/ 733361 h 914227"/>
                        <a:gd name="connsiteX29" fmla="*/ 100144 w 640052"/>
                        <a:gd name="connsiteY29" fmla="*/ 753997 h 914227"/>
                        <a:gd name="connsiteX30" fmla="*/ 105866 w 640052"/>
                        <a:gd name="connsiteY30" fmla="*/ 753997 h 914227"/>
                        <a:gd name="connsiteX31" fmla="*/ 105866 w 640052"/>
                        <a:gd name="connsiteY31" fmla="*/ 770471 h 914227"/>
                        <a:gd name="connsiteX32" fmla="*/ 110808 w 640052"/>
                        <a:gd name="connsiteY32" fmla="*/ 770471 h 914227"/>
                        <a:gd name="connsiteX33" fmla="*/ 110461 w 640052"/>
                        <a:gd name="connsiteY33" fmla="*/ 790760 h 914227"/>
                        <a:gd name="connsiteX34" fmla="*/ 95201 w 640052"/>
                        <a:gd name="connsiteY34" fmla="*/ 790760 h 914227"/>
                        <a:gd name="connsiteX35" fmla="*/ 95201 w 640052"/>
                        <a:gd name="connsiteY35" fmla="*/ 800297 h 914227"/>
                        <a:gd name="connsiteX36" fmla="*/ 69190 w 640052"/>
                        <a:gd name="connsiteY36" fmla="*/ 800297 h 914227"/>
                        <a:gd name="connsiteX37" fmla="*/ 69190 w 640052"/>
                        <a:gd name="connsiteY37" fmla="*/ 863765 h 914227"/>
                        <a:gd name="connsiteX38" fmla="*/ 45867 w 640052"/>
                        <a:gd name="connsiteY38" fmla="*/ 863765 h 914227"/>
                        <a:gd name="connsiteX39" fmla="*/ 45867 w 640052"/>
                        <a:gd name="connsiteY39" fmla="*/ 802204 h 914227"/>
                        <a:gd name="connsiteX40" fmla="*/ 33641 w 640052"/>
                        <a:gd name="connsiteY40" fmla="*/ 802204 h 914227"/>
                        <a:gd name="connsiteX41" fmla="*/ 33641 w 640052"/>
                        <a:gd name="connsiteY41" fmla="*/ 791887 h 914227"/>
                        <a:gd name="connsiteX42" fmla="*/ 16821 w 640052"/>
                        <a:gd name="connsiteY42" fmla="*/ 791887 h 914227"/>
                        <a:gd name="connsiteX43" fmla="*/ 16821 w 640052"/>
                        <a:gd name="connsiteY43" fmla="*/ 773939 h 914227"/>
                        <a:gd name="connsiteX44" fmla="*/ 0 w 640052"/>
                        <a:gd name="connsiteY44" fmla="*/ 773939 h 914227"/>
                        <a:gd name="connsiteX45" fmla="*/ 0 w 640052"/>
                        <a:gd name="connsiteY45" fmla="*/ 914227 h 914227"/>
                        <a:gd name="connsiteX0" fmla="*/ 579946 w 640052"/>
                        <a:gd name="connsiteY0" fmla="*/ 42193 h 907835"/>
                        <a:gd name="connsiteX1" fmla="*/ 586208 w 640052"/>
                        <a:gd name="connsiteY1" fmla="*/ 66282 h 907835"/>
                        <a:gd name="connsiteX2" fmla="*/ 640052 w 640052"/>
                        <a:gd name="connsiteY2" fmla="*/ 66282 h 907835"/>
                        <a:gd name="connsiteX3" fmla="*/ 640052 w 640052"/>
                        <a:gd name="connsiteY3" fmla="*/ 107033 h 907835"/>
                        <a:gd name="connsiteX4" fmla="*/ 584908 w 640052"/>
                        <a:gd name="connsiteY4" fmla="*/ 107033 h 907835"/>
                        <a:gd name="connsiteX5" fmla="*/ 584908 w 640052"/>
                        <a:gd name="connsiteY5" fmla="*/ 335585 h 907835"/>
                        <a:gd name="connsiteX6" fmla="*/ 502105 w 640052"/>
                        <a:gd name="connsiteY6" fmla="*/ 335585 h 907835"/>
                        <a:gd name="connsiteX7" fmla="*/ 502105 w 640052"/>
                        <a:gd name="connsiteY7" fmla="*/ 547057 h 907835"/>
                        <a:gd name="connsiteX8" fmla="*/ 483724 w 640052"/>
                        <a:gd name="connsiteY8" fmla="*/ 547057 h 907835"/>
                        <a:gd name="connsiteX9" fmla="*/ 444880 w 640052"/>
                        <a:gd name="connsiteY9" fmla="*/ 583127 h 907835"/>
                        <a:gd name="connsiteX10" fmla="*/ 425025 w 640052"/>
                        <a:gd name="connsiteY10" fmla="*/ 585207 h 907835"/>
                        <a:gd name="connsiteX11" fmla="*/ 425285 w 640052"/>
                        <a:gd name="connsiteY11" fmla="*/ 636450 h 907835"/>
                        <a:gd name="connsiteX12" fmla="*/ 409505 w 640052"/>
                        <a:gd name="connsiteY12" fmla="*/ 638010 h 907835"/>
                        <a:gd name="connsiteX13" fmla="*/ 409505 w 640052"/>
                        <a:gd name="connsiteY13" fmla="*/ 646421 h 907835"/>
                        <a:gd name="connsiteX14" fmla="*/ 358523 w 640052"/>
                        <a:gd name="connsiteY14" fmla="*/ 646421 h 907835"/>
                        <a:gd name="connsiteX15" fmla="*/ 355748 w 640052"/>
                        <a:gd name="connsiteY15" fmla="*/ 638271 h 907835"/>
                        <a:gd name="connsiteX16" fmla="*/ 348638 w 640052"/>
                        <a:gd name="connsiteY16" fmla="*/ 637750 h 907835"/>
                        <a:gd name="connsiteX17" fmla="*/ 346557 w 640052"/>
                        <a:gd name="connsiteY17" fmla="*/ 611739 h 907835"/>
                        <a:gd name="connsiteX18" fmla="*/ 310315 w 640052"/>
                        <a:gd name="connsiteY18" fmla="*/ 612519 h 907835"/>
                        <a:gd name="connsiteX19" fmla="*/ 310315 w 640052"/>
                        <a:gd name="connsiteY19" fmla="*/ 617895 h 907835"/>
                        <a:gd name="connsiteX20" fmla="*/ 262368 w 640052"/>
                        <a:gd name="connsiteY20" fmla="*/ 617375 h 907835"/>
                        <a:gd name="connsiteX21" fmla="*/ 262368 w 640052"/>
                        <a:gd name="connsiteY21" fmla="*/ 662981 h 907835"/>
                        <a:gd name="connsiteX22" fmla="*/ 251876 w 640052"/>
                        <a:gd name="connsiteY22" fmla="*/ 664542 h 907835"/>
                        <a:gd name="connsiteX23" fmla="*/ 251876 w 640052"/>
                        <a:gd name="connsiteY23" fmla="*/ 679802 h 907835"/>
                        <a:gd name="connsiteX24" fmla="*/ 225345 w 640052"/>
                        <a:gd name="connsiteY24" fmla="*/ 679802 h 907835"/>
                        <a:gd name="connsiteX25" fmla="*/ 225345 w 640052"/>
                        <a:gd name="connsiteY25" fmla="*/ 699917 h 907835"/>
                        <a:gd name="connsiteX26" fmla="*/ 90259 w 640052"/>
                        <a:gd name="connsiteY26" fmla="*/ 699917 h 907835"/>
                        <a:gd name="connsiteX27" fmla="*/ 90259 w 640052"/>
                        <a:gd name="connsiteY27" fmla="*/ 726969 h 907835"/>
                        <a:gd name="connsiteX28" fmla="*/ 99797 w 640052"/>
                        <a:gd name="connsiteY28" fmla="*/ 726969 h 907835"/>
                        <a:gd name="connsiteX29" fmla="*/ 100144 w 640052"/>
                        <a:gd name="connsiteY29" fmla="*/ 747605 h 907835"/>
                        <a:gd name="connsiteX30" fmla="*/ 105866 w 640052"/>
                        <a:gd name="connsiteY30" fmla="*/ 747605 h 907835"/>
                        <a:gd name="connsiteX31" fmla="*/ 105866 w 640052"/>
                        <a:gd name="connsiteY31" fmla="*/ 764079 h 907835"/>
                        <a:gd name="connsiteX32" fmla="*/ 110808 w 640052"/>
                        <a:gd name="connsiteY32" fmla="*/ 764079 h 907835"/>
                        <a:gd name="connsiteX33" fmla="*/ 110461 w 640052"/>
                        <a:gd name="connsiteY33" fmla="*/ 784368 h 907835"/>
                        <a:gd name="connsiteX34" fmla="*/ 95201 w 640052"/>
                        <a:gd name="connsiteY34" fmla="*/ 784368 h 907835"/>
                        <a:gd name="connsiteX35" fmla="*/ 95201 w 640052"/>
                        <a:gd name="connsiteY35" fmla="*/ 793905 h 907835"/>
                        <a:gd name="connsiteX36" fmla="*/ 69190 w 640052"/>
                        <a:gd name="connsiteY36" fmla="*/ 793905 h 907835"/>
                        <a:gd name="connsiteX37" fmla="*/ 69190 w 640052"/>
                        <a:gd name="connsiteY37" fmla="*/ 857373 h 907835"/>
                        <a:gd name="connsiteX38" fmla="*/ 45867 w 640052"/>
                        <a:gd name="connsiteY38" fmla="*/ 857373 h 907835"/>
                        <a:gd name="connsiteX39" fmla="*/ 45867 w 640052"/>
                        <a:gd name="connsiteY39" fmla="*/ 795812 h 907835"/>
                        <a:gd name="connsiteX40" fmla="*/ 33641 w 640052"/>
                        <a:gd name="connsiteY40" fmla="*/ 795812 h 907835"/>
                        <a:gd name="connsiteX41" fmla="*/ 33641 w 640052"/>
                        <a:gd name="connsiteY41" fmla="*/ 785495 h 907835"/>
                        <a:gd name="connsiteX42" fmla="*/ 16821 w 640052"/>
                        <a:gd name="connsiteY42" fmla="*/ 785495 h 907835"/>
                        <a:gd name="connsiteX43" fmla="*/ 16821 w 640052"/>
                        <a:gd name="connsiteY43" fmla="*/ 767547 h 907835"/>
                        <a:gd name="connsiteX44" fmla="*/ 0 w 640052"/>
                        <a:gd name="connsiteY44" fmla="*/ 767547 h 907835"/>
                        <a:gd name="connsiteX45" fmla="*/ 0 w 640052"/>
                        <a:gd name="connsiteY45" fmla="*/ 907835 h 907835"/>
                        <a:gd name="connsiteX0" fmla="*/ 582384 w 640052"/>
                        <a:gd name="connsiteY0" fmla="*/ 551 h 1046589"/>
                        <a:gd name="connsiteX1" fmla="*/ 586208 w 640052"/>
                        <a:gd name="connsiteY1" fmla="*/ 205036 h 1046589"/>
                        <a:gd name="connsiteX2" fmla="*/ 640052 w 640052"/>
                        <a:gd name="connsiteY2" fmla="*/ 205036 h 1046589"/>
                        <a:gd name="connsiteX3" fmla="*/ 640052 w 640052"/>
                        <a:gd name="connsiteY3" fmla="*/ 245787 h 1046589"/>
                        <a:gd name="connsiteX4" fmla="*/ 584908 w 640052"/>
                        <a:gd name="connsiteY4" fmla="*/ 245787 h 1046589"/>
                        <a:gd name="connsiteX5" fmla="*/ 584908 w 640052"/>
                        <a:gd name="connsiteY5" fmla="*/ 474339 h 1046589"/>
                        <a:gd name="connsiteX6" fmla="*/ 502105 w 640052"/>
                        <a:gd name="connsiteY6" fmla="*/ 474339 h 1046589"/>
                        <a:gd name="connsiteX7" fmla="*/ 502105 w 640052"/>
                        <a:gd name="connsiteY7" fmla="*/ 685811 h 1046589"/>
                        <a:gd name="connsiteX8" fmla="*/ 483724 w 640052"/>
                        <a:gd name="connsiteY8" fmla="*/ 685811 h 1046589"/>
                        <a:gd name="connsiteX9" fmla="*/ 444880 w 640052"/>
                        <a:gd name="connsiteY9" fmla="*/ 721881 h 1046589"/>
                        <a:gd name="connsiteX10" fmla="*/ 425025 w 640052"/>
                        <a:gd name="connsiteY10" fmla="*/ 723961 h 1046589"/>
                        <a:gd name="connsiteX11" fmla="*/ 425285 w 640052"/>
                        <a:gd name="connsiteY11" fmla="*/ 775204 h 1046589"/>
                        <a:gd name="connsiteX12" fmla="*/ 409505 w 640052"/>
                        <a:gd name="connsiteY12" fmla="*/ 776764 h 1046589"/>
                        <a:gd name="connsiteX13" fmla="*/ 409505 w 640052"/>
                        <a:gd name="connsiteY13" fmla="*/ 785175 h 1046589"/>
                        <a:gd name="connsiteX14" fmla="*/ 358523 w 640052"/>
                        <a:gd name="connsiteY14" fmla="*/ 785175 h 1046589"/>
                        <a:gd name="connsiteX15" fmla="*/ 355748 w 640052"/>
                        <a:gd name="connsiteY15" fmla="*/ 777025 h 1046589"/>
                        <a:gd name="connsiteX16" fmla="*/ 348638 w 640052"/>
                        <a:gd name="connsiteY16" fmla="*/ 776504 h 1046589"/>
                        <a:gd name="connsiteX17" fmla="*/ 346557 w 640052"/>
                        <a:gd name="connsiteY17" fmla="*/ 750493 h 1046589"/>
                        <a:gd name="connsiteX18" fmla="*/ 310315 w 640052"/>
                        <a:gd name="connsiteY18" fmla="*/ 751273 h 1046589"/>
                        <a:gd name="connsiteX19" fmla="*/ 310315 w 640052"/>
                        <a:gd name="connsiteY19" fmla="*/ 756649 h 1046589"/>
                        <a:gd name="connsiteX20" fmla="*/ 262368 w 640052"/>
                        <a:gd name="connsiteY20" fmla="*/ 756129 h 1046589"/>
                        <a:gd name="connsiteX21" fmla="*/ 262368 w 640052"/>
                        <a:gd name="connsiteY21" fmla="*/ 801735 h 1046589"/>
                        <a:gd name="connsiteX22" fmla="*/ 251876 w 640052"/>
                        <a:gd name="connsiteY22" fmla="*/ 803296 h 1046589"/>
                        <a:gd name="connsiteX23" fmla="*/ 251876 w 640052"/>
                        <a:gd name="connsiteY23" fmla="*/ 818556 h 1046589"/>
                        <a:gd name="connsiteX24" fmla="*/ 225345 w 640052"/>
                        <a:gd name="connsiteY24" fmla="*/ 818556 h 1046589"/>
                        <a:gd name="connsiteX25" fmla="*/ 225345 w 640052"/>
                        <a:gd name="connsiteY25" fmla="*/ 838671 h 1046589"/>
                        <a:gd name="connsiteX26" fmla="*/ 90259 w 640052"/>
                        <a:gd name="connsiteY26" fmla="*/ 838671 h 1046589"/>
                        <a:gd name="connsiteX27" fmla="*/ 90259 w 640052"/>
                        <a:gd name="connsiteY27" fmla="*/ 865723 h 1046589"/>
                        <a:gd name="connsiteX28" fmla="*/ 99797 w 640052"/>
                        <a:gd name="connsiteY28" fmla="*/ 865723 h 1046589"/>
                        <a:gd name="connsiteX29" fmla="*/ 100144 w 640052"/>
                        <a:gd name="connsiteY29" fmla="*/ 886359 h 1046589"/>
                        <a:gd name="connsiteX30" fmla="*/ 105866 w 640052"/>
                        <a:gd name="connsiteY30" fmla="*/ 886359 h 1046589"/>
                        <a:gd name="connsiteX31" fmla="*/ 105866 w 640052"/>
                        <a:gd name="connsiteY31" fmla="*/ 902833 h 1046589"/>
                        <a:gd name="connsiteX32" fmla="*/ 110808 w 640052"/>
                        <a:gd name="connsiteY32" fmla="*/ 902833 h 1046589"/>
                        <a:gd name="connsiteX33" fmla="*/ 110461 w 640052"/>
                        <a:gd name="connsiteY33" fmla="*/ 923122 h 1046589"/>
                        <a:gd name="connsiteX34" fmla="*/ 95201 w 640052"/>
                        <a:gd name="connsiteY34" fmla="*/ 923122 h 1046589"/>
                        <a:gd name="connsiteX35" fmla="*/ 95201 w 640052"/>
                        <a:gd name="connsiteY35" fmla="*/ 932659 h 1046589"/>
                        <a:gd name="connsiteX36" fmla="*/ 69190 w 640052"/>
                        <a:gd name="connsiteY36" fmla="*/ 932659 h 1046589"/>
                        <a:gd name="connsiteX37" fmla="*/ 69190 w 640052"/>
                        <a:gd name="connsiteY37" fmla="*/ 996127 h 1046589"/>
                        <a:gd name="connsiteX38" fmla="*/ 45867 w 640052"/>
                        <a:gd name="connsiteY38" fmla="*/ 996127 h 1046589"/>
                        <a:gd name="connsiteX39" fmla="*/ 45867 w 640052"/>
                        <a:gd name="connsiteY39" fmla="*/ 934566 h 1046589"/>
                        <a:gd name="connsiteX40" fmla="*/ 33641 w 640052"/>
                        <a:gd name="connsiteY40" fmla="*/ 934566 h 1046589"/>
                        <a:gd name="connsiteX41" fmla="*/ 33641 w 640052"/>
                        <a:gd name="connsiteY41" fmla="*/ 924249 h 1046589"/>
                        <a:gd name="connsiteX42" fmla="*/ 16821 w 640052"/>
                        <a:gd name="connsiteY42" fmla="*/ 924249 h 1046589"/>
                        <a:gd name="connsiteX43" fmla="*/ 16821 w 640052"/>
                        <a:gd name="connsiteY43" fmla="*/ 906301 h 1046589"/>
                        <a:gd name="connsiteX44" fmla="*/ 0 w 640052"/>
                        <a:gd name="connsiteY44" fmla="*/ 906301 h 1046589"/>
                        <a:gd name="connsiteX45" fmla="*/ 0 w 640052"/>
                        <a:gd name="connsiteY45" fmla="*/ 1046589 h 1046589"/>
                        <a:gd name="connsiteX0" fmla="*/ 589697 w 640052"/>
                        <a:gd name="connsiteY0" fmla="*/ 34455 h 912285"/>
                        <a:gd name="connsiteX1" fmla="*/ 586208 w 640052"/>
                        <a:gd name="connsiteY1" fmla="*/ 70732 h 912285"/>
                        <a:gd name="connsiteX2" fmla="*/ 640052 w 640052"/>
                        <a:gd name="connsiteY2" fmla="*/ 70732 h 912285"/>
                        <a:gd name="connsiteX3" fmla="*/ 640052 w 640052"/>
                        <a:gd name="connsiteY3" fmla="*/ 111483 h 912285"/>
                        <a:gd name="connsiteX4" fmla="*/ 584908 w 640052"/>
                        <a:gd name="connsiteY4" fmla="*/ 111483 h 912285"/>
                        <a:gd name="connsiteX5" fmla="*/ 584908 w 640052"/>
                        <a:gd name="connsiteY5" fmla="*/ 340035 h 912285"/>
                        <a:gd name="connsiteX6" fmla="*/ 502105 w 640052"/>
                        <a:gd name="connsiteY6" fmla="*/ 340035 h 912285"/>
                        <a:gd name="connsiteX7" fmla="*/ 502105 w 640052"/>
                        <a:gd name="connsiteY7" fmla="*/ 551507 h 912285"/>
                        <a:gd name="connsiteX8" fmla="*/ 483724 w 640052"/>
                        <a:gd name="connsiteY8" fmla="*/ 551507 h 912285"/>
                        <a:gd name="connsiteX9" fmla="*/ 444880 w 640052"/>
                        <a:gd name="connsiteY9" fmla="*/ 587577 h 912285"/>
                        <a:gd name="connsiteX10" fmla="*/ 425025 w 640052"/>
                        <a:gd name="connsiteY10" fmla="*/ 589657 h 912285"/>
                        <a:gd name="connsiteX11" fmla="*/ 425285 w 640052"/>
                        <a:gd name="connsiteY11" fmla="*/ 640900 h 912285"/>
                        <a:gd name="connsiteX12" fmla="*/ 409505 w 640052"/>
                        <a:gd name="connsiteY12" fmla="*/ 642460 h 912285"/>
                        <a:gd name="connsiteX13" fmla="*/ 409505 w 640052"/>
                        <a:gd name="connsiteY13" fmla="*/ 650871 h 912285"/>
                        <a:gd name="connsiteX14" fmla="*/ 358523 w 640052"/>
                        <a:gd name="connsiteY14" fmla="*/ 650871 h 912285"/>
                        <a:gd name="connsiteX15" fmla="*/ 355748 w 640052"/>
                        <a:gd name="connsiteY15" fmla="*/ 642721 h 912285"/>
                        <a:gd name="connsiteX16" fmla="*/ 348638 w 640052"/>
                        <a:gd name="connsiteY16" fmla="*/ 642200 h 912285"/>
                        <a:gd name="connsiteX17" fmla="*/ 346557 w 640052"/>
                        <a:gd name="connsiteY17" fmla="*/ 616189 h 912285"/>
                        <a:gd name="connsiteX18" fmla="*/ 310315 w 640052"/>
                        <a:gd name="connsiteY18" fmla="*/ 616969 h 912285"/>
                        <a:gd name="connsiteX19" fmla="*/ 310315 w 640052"/>
                        <a:gd name="connsiteY19" fmla="*/ 622345 h 912285"/>
                        <a:gd name="connsiteX20" fmla="*/ 262368 w 640052"/>
                        <a:gd name="connsiteY20" fmla="*/ 621825 h 912285"/>
                        <a:gd name="connsiteX21" fmla="*/ 262368 w 640052"/>
                        <a:gd name="connsiteY21" fmla="*/ 667431 h 912285"/>
                        <a:gd name="connsiteX22" fmla="*/ 251876 w 640052"/>
                        <a:gd name="connsiteY22" fmla="*/ 668992 h 912285"/>
                        <a:gd name="connsiteX23" fmla="*/ 251876 w 640052"/>
                        <a:gd name="connsiteY23" fmla="*/ 684252 h 912285"/>
                        <a:gd name="connsiteX24" fmla="*/ 225345 w 640052"/>
                        <a:gd name="connsiteY24" fmla="*/ 684252 h 912285"/>
                        <a:gd name="connsiteX25" fmla="*/ 225345 w 640052"/>
                        <a:gd name="connsiteY25" fmla="*/ 704367 h 912285"/>
                        <a:gd name="connsiteX26" fmla="*/ 90259 w 640052"/>
                        <a:gd name="connsiteY26" fmla="*/ 704367 h 912285"/>
                        <a:gd name="connsiteX27" fmla="*/ 90259 w 640052"/>
                        <a:gd name="connsiteY27" fmla="*/ 731419 h 912285"/>
                        <a:gd name="connsiteX28" fmla="*/ 99797 w 640052"/>
                        <a:gd name="connsiteY28" fmla="*/ 731419 h 912285"/>
                        <a:gd name="connsiteX29" fmla="*/ 100144 w 640052"/>
                        <a:gd name="connsiteY29" fmla="*/ 752055 h 912285"/>
                        <a:gd name="connsiteX30" fmla="*/ 105866 w 640052"/>
                        <a:gd name="connsiteY30" fmla="*/ 752055 h 912285"/>
                        <a:gd name="connsiteX31" fmla="*/ 105866 w 640052"/>
                        <a:gd name="connsiteY31" fmla="*/ 768529 h 912285"/>
                        <a:gd name="connsiteX32" fmla="*/ 110808 w 640052"/>
                        <a:gd name="connsiteY32" fmla="*/ 768529 h 912285"/>
                        <a:gd name="connsiteX33" fmla="*/ 110461 w 640052"/>
                        <a:gd name="connsiteY33" fmla="*/ 788818 h 912285"/>
                        <a:gd name="connsiteX34" fmla="*/ 95201 w 640052"/>
                        <a:gd name="connsiteY34" fmla="*/ 788818 h 912285"/>
                        <a:gd name="connsiteX35" fmla="*/ 95201 w 640052"/>
                        <a:gd name="connsiteY35" fmla="*/ 798355 h 912285"/>
                        <a:gd name="connsiteX36" fmla="*/ 69190 w 640052"/>
                        <a:gd name="connsiteY36" fmla="*/ 798355 h 912285"/>
                        <a:gd name="connsiteX37" fmla="*/ 69190 w 640052"/>
                        <a:gd name="connsiteY37" fmla="*/ 861823 h 912285"/>
                        <a:gd name="connsiteX38" fmla="*/ 45867 w 640052"/>
                        <a:gd name="connsiteY38" fmla="*/ 861823 h 912285"/>
                        <a:gd name="connsiteX39" fmla="*/ 45867 w 640052"/>
                        <a:gd name="connsiteY39" fmla="*/ 800262 h 912285"/>
                        <a:gd name="connsiteX40" fmla="*/ 33641 w 640052"/>
                        <a:gd name="connsiteY40" fmla="*/ 800262 h 912285"/>
                        <a:gd name="connsiteX41" fmla="*/ 33641 w 640052"/>
                        <a:gd name="connsiteY41" fmla="*/ 789945 h 912285"/>
                        <a:gd name="connsiteX42" fmla="*/ 16821 w 640052"/>
                        <a:gd name="connsiteY42" fmla="*/ 789945 h 912285"/>
                        <a:gd name="connsiteX43" fmla="*/ 16821 w 640052"/>
                        <a:gd name="connsiteY43" fmla="*/ 771997 h 912285"/>
                        <a:gd name="connsiteX44" fmla="*/ 0 w 640052"/>
                        <a:gd name="connsiteY44" fmla="*/ 771997 h 912285"/>
                        <a:gd name="connsiteX45" fmla="*/ 0 w 640052"/>
                        <a:gd name="connsiteY45" fmla="*/ 912285 h 912285"/>
                        <a:gd name="connsiteX0" fmla="*/ 589697 w 640052"/>
                        <a:gd name="connsiteY0" fmla="*/ 4422 h 955385"/>
                        <a:gd name="connsiteX1" fmla="*/ 586208 w 640052"/>
                        <a:gd name="connsiteY1" fmla="*/ 113832 h 955385"/>
                        <a:gd name="connsiteX2" fmla="*/ 640052 w 640052"/>
                        <a:gd name="connsiteY2" fmla="*/ 113832 h 955385"/>
                        <a:gd name="connsiteX3" fmla="*/ 640052 w 640052"/>
                        <a:gd name="connsiteY3" fmla="*/ 154583 h 955385"/>
                        <a:gd name="connsiteX4" fmla="*/ 584908 w 640052"/>
                        <a:gd name="connsiteY4" fmla="*/ 154583 h 955385"/>
                        <a:gd name="connsiteX5" fmla="*/ 584908 w 640052"/>
                        <a:gd name="connsiteY5" fmla="*/ 383135 h 955385"/>
                        <a:gd name="connsiteX6" fmla="*/ 502105 w 640052"/>
                        <a:gd name="connsiteY6" fmla="*/ 383135 h 955385"/>
                        <a:gd name="connsiteX7" fmla="*/ 502105 w 640052"/>
                        <a:gd name="connsiteY7" fmla="*/ 594607 h 955385"/>
                        <a:gd name="connsiteX8" fmla="*/ 483724 w 640052"/>
                        <a:gd name="connsiteY8" fmla="*/ 594607 h 955385"/>
                        <a:gd name="connsiteX9" fmla="*/ 444880 w 640052"/>
                        <a:gd name="connsiteY9" fmla="*/ 630677 h 955385"/>
                        <a:gd name="connsiteX10" fmla="*/ 425025 w 640052"/>
                        <a:gd name="connsiteY10" fmla="*/ 632757 h 955385"/>
                        <a:gd name="connsiteX11" fmla="*/ 425285 w 640052"/>
                        <a:gd name="connsiteY11" fmla="*/ 684000 h 955385"/>
                        <a:gd name="connsiteX12" fmla="*/ 409505 w 640052"/>
                        <a:gd name="connsiteY12" fmla="*/ 685560 h 955385"/>
                        <a:gd name="connsiteX13" fmla="*/ 409505 w 640052"/>
                        <a:gd name="connsiteY13" fmla="*/ 693971 h 955385"/>
                        <a:gd name="connsiteX14" fmla="*/ 358523 w 640052"/>
                        <a:gd name="connsiteY14" fmla="*/ 693971 h 955385"/>
                        <a:gd name="connsiteX15" fmla="*/ 355748 w 640052"/>
                        <a:gd name="connsiteY15" fmla="*/ 685821 h 955385"/>
                        <a:gd name="connsiteX16" fmla="*/ 348638 w 640052"/>
                        <a:gd name="connsiteY16" fmla="*/ 685300 h 955385"/>
                        <a:gd name="connsiteX17" fmla="*/ 346557 w 640052"/>
                        <a:gd name="connsiteY17" fmla="*/ 659289 h 955385"/>
                        <a:gd name="connsiteX18" fmla="*/ 310315 w 640052"/>
                        <a:gd name="connsiteY18" fmla="*/ 660069 h 955385"/>
                        <a:gd name="connsiteX19" fmla="*/ 310315 w 640052"/>
                        <a:gd name="connsiteY19" fmla="*/ 665445 h 955385"/>
                        <a:gd name="connsiteX20" fmla="*/ 262368 w 640052"/>
                        <a:gd name="connsiteY20" fmla="*/ 664925 h 955385"/>
                        <a:gd name="connsiteX21" fmla="*/ 262368 w 640052"/>
                        <a:gd name="connsiteY21" fmla="*/ 710531 h 955385"/>
                        <a:gd name="connsiteX22" fmla="*/ 251876 w 640052"/>
                        <a:gd name="connsiteY22" fmla="*/ 712092 h 955385"/>
                        <a:gd name="connsiteX23" fmla="*/ 251876 w 640052"/>
                        <a:gd name="connsiteY23" fmla="*/ 727352 h 955385"/>
                        <a:gd name="connsiteX24" fmla="*/ 225345 w 640052"/>
                        <a:gd name="connsiteY24" fmla="*/ 727352 h 955385"/>
                        <a:gd name="connsiteX25" fmla="*/ 225345 w 640052"/>
                        <a:gd name="connsiteY25" fmla="*/ 747467 h 955385"/>
                        <a:gd name="connsiteX26" fmla="*/ 90259 w 640052"/>
                        <a:gd name="connsiteY26" fmla="*/ 747467 h 955385"/>
                        <a:gd name="connsiteX27" fmla="*/ 90259 w 640052"/>
                        <a:gd name="connsiteY27" fmla="*/ 774519 h 955385"/>
                        <a:gd name="connsiteX28" fmla="*/ 99797 w 640052"/>
                        <a:gd name="connsiteY28" fmla="*/ 774519 h 955385"/>
                        <a:gd name="connsiteX29" fmla="*/ 100144 w 640052"/>
                        <a:gd name="connsiteY29" fmla="*/ 795155 h 955385"/>
                        <a:gd name="connsiteX30" fmla="*/ 105866 w 640052"/>
                        <a:gd name="connsiteY30" fmla="*/ 795155 h 955385"/>
                        <a:gd name="connsiteX31" fmla="*/ 105866 w 640052"/>
                        <a:gd name="connsiteY31" fmla="*/ 811629 h 955385"/>
                        <a:gd name="connsiteX32" fmla="*/ 110808 w 640052"/>
                        <a:gd name="connsiteY32" fmla="*/ 811629 h 955385"/>
                        <a:gd name="connsiteX33" fmla="*/ 110461 w 640052"/>
                        <a:gd name="connsiteY33" fmla="*/ 831918 h 955385"/>
                        <a:gd name="connsiteX34" fmla="*/ 95201 w 640052"/>
                        <a:gd name="connsiteY34" fmla="*/ 831918 h 955385"/>
                        <a:gd name="connsiteX35" fmla="*/ 95201 w 640052"/>
                        <a:gd name="connsiteY35" fmla="*/ 841455 h 955385"/>
                        <a:gd name="connsiteX36" fmla="*/ 69190 w 640052"/>
                        <a:gd name="connsiteY36" fmla="*/ 841455 h 955385"/>
                        <a:gd name="connsiteX37" fmla="*/ 69190 w 640052"/>
                        <a:gd name="connsiteY37" fmla="*/ 904923 h 955385"/>
                        <a:gd name="connsiteX38" fmla="*/ 45867 w 640052"/>
                        <a:gd name="connsiteY38" fmla="*/ 904923 h 955385"/>
                        <a:gd name="connsiteX39" fmla="*/ 45867 w 640052"/>
                        <a:gd name="connsiteY39" fmla="*/ 843362 h 955385"/>
                        <a:gd name="connsiteX40" fmla="*/ 33641 w 640052"/>
                        <a:gd name="connsiteY40" fmla="*/ 843362 h 955385"/>
                        <a:gd name="connsiteX41" fmla="*/ 33641 w 640052"/>
                        <a:gd name="connsiteY41" fmla="*/ 833045 h 955385"/>
                        <a:gd name="connsiteX42" fmla="*/ 16821 w 640052"/>
                        <a:gd name="connsiteY42" fmla="*/ 833045 h 955385"/>
                        <a:gd name="connsiteX43" fmla="*/ 16821 w 640052"/>
                        <a:gd name="connsiteY43" fmla="*/ 815097 h 955385"/>
                        <a:gd name="connsiteX44" fmla="*/ 0 w 640052"/>
                        <a:gd name="connsiteY44" fmla="*/ 815097 h 955385"/>
                        <a:gd name="connsiteX45" fmla="*/ 0 w 640052"/>
                        <a:gd name="connsiteY45" fmla="*/ 955385 h 955385"/>
                        <a:gd name="connsiteX0" fmla="*/ 589697 w 640052"/>
                        <a:gd name="connsiteY0" fmla="*/ 0 h 950963"/>
                        <a:gd name="connsiteX1" fmla="*/ 586208 w 640052"/>
                        <a:gd name="connsiteY1" fmla="*/ 109410 h 950963"/>
                        <a:gd name="connsiteX2" fmla="*/ 640052 w 640052"/>
                        <a:gd name="connsiteY2" fmla="*/ 109410 h 950963"/>
                        <a:gd name="connsiteX3" fmla="*/ 640052 w 640052"/>
                        <a:gd name="connsiteY3" fmla="*/ 150161 h 950963"/>
                        <a:gd name="connsiteX4" fmla="*/ 584908 w 640052"/>
                        <a:gd name="connsiteY4" fmla="*/ 150161 h 950963"/>
                        <a:gd name="connsiteX5" fmla="*/ 584908 w 640052"/>
                        <a:gd name="connsiteY5" fmla="*/ 378713 h 950963"/>
                        <a:gd name="connsiteX6" fmla="*/ 502105 w 640052"/>
                        <a:gd name="connsiteY6" fmla="*/ 378713 h 950963"/>
                        <a:gd name="connsiteX7" fmla="*/ 502105 w 640052"/>
                        <a:gd name="connsiteY7" fmla="*/ 590185 h 950963"/>
                        <a:gd name="connsiteX8" fmla="*/ 483724 w 640052"/>
                        <a:gd name="connsiteY8" fmla="*/ 590185 h 950963"/>
                        <a:gd name="connsiteX9" fmla="*/ 444880 w 640052"/>
                        <a:gd name="connsiteY9" fmla="*/ 626255 h 950963"/>
                        <a:gd name="connsiteX10" fmla="*/ 425025 w 640052"/>
                        <a:gd name="connsiteY10" fmla="*/ 628335 h 950963"/>
                        <a:gd name="connsiteX11" fmla="*/ 425285 w 640052"/>
                        <a:gd name="connsiteY11" fmla="*/ 679578 h 950963"/>
                        <a:gd name="connsiteX12" fmla="*/ 409505 w 640052"/>
                        <a:gd name="connsiteY12" fmla="*/ 681138 h 950963"/>
                        <a:gd name="connsiteX13" fmla="*/ 409505 w 640052"/>
                        <a:gd name="connsiteY13" fmla="*/ 689549 h 950963"/>
                        <a:gd name="connsiteX14" fmla="*/ 358523 w 640052"/>
                        <a:gd name="connsiteY14" fmla="*/ 689549 h 950963"/>
                        <a:gd name="connsiteX15" fmla="*/ 355748 w 640052"/>
                        <a:gd name="connsiteY15" fmla="*/ 681399 h 950963"/>
                        <a:gd name="connsiteX16" fmla="*/ 348638 w 640052"/>
                        <a:gd name="connsiteY16" fmla="*/ 680878 h 950963"/>
                        <a:gd name="connsiteX17" fmla="*/ 346557 w 640052"/>
                        <a:gd name="connsiteY17" fmla="*/ 654867 h 950963"/>
                        <a:gd name="connsiteX18" fmla="*/ 310315 w 640052"/>
                        <a:gd name="connsiteY18" fmla="*/ 655647 h 950963"/>
                        <a:gd name="connsiteX19" fmla="*/ 310315 w 640052"/>
                        <a:gd name="connsiteY19" fmla="*/ 661023 h 950963"/>
                        <a:gd name="connsiteX20" fmla="*/ 262368 w 640052"/>
                        <a:gd name="connsiteY20" fmla="*/ 660503 h 950963"/>
                        <a:gd name="connsiteX21" fmla="*/ 262368 w 640052"/>
                        <a:gd name="connsiteY21" fmla="*/ 706109 h 950963"/>
                        <a:gd name="connsiteX22" fmla="*/ 251876 w 640052"/>
                        <a:gd name="connsiteY22" fmla="*/ 707670 h 950963"/>
                        <a:gd name="connsiteX23" fmla="*/ 251876 w 640052"/>
                        <a:gd name="connsiteY23" fmla="*/ 722930 h 950963"/>
                        <a:gd name="connsiteX24" fmla="*/ 225345 w 640052"/>
                        <a:gd name="connsiteY24" fmla="*/ 722930 h 950963"/>
                        <a:gd name="connsiteX25" fmla="*/ 225345 w 640052"/>
                        <a:gd name="connsiteY25" fmla="*/ 743045 h 950963"/>
                        <a:gd name="connsiteX26" fmla="*/ 90259 w 640052"/>
                        <a:gd name="connsiteY26" fmla="*/ 743045 h 950963"/>
                        <a:gd name="connsiteX27" fmla="*/ 90259 w 640052"/>
                        <a:gd name="connsiteY27" fmla="*/ 770097 h 950963"/>
                        <a:gd name="connsiteX28" fmla="*/ 99797 w 640052"/>
                        <a:gd name="connsiteY28" fmla="*/ 770097 h 950963"/>
                        <a:gd name="connsiteX29" fmla="*/ 100144 w 640052"/>
                        <a:gd name="connsiteY29" fmla="*/ 790733 h 950963"/>
                        <a:gd name="connsiteX30" fmla="*/ 105866 w 640052"/>
                        <a:gd name="connsiteY30" fmla="*/ 790733 h 950963"/>
                        <a:gd name="connsiteX31" fmla="*/ 105866 w 640052"/>
                        <a:gd name="connsiteY31" fmla="*/ 807207 h 950963"/>
                        <a:gd name="connsiteX32" fmla="*/ 110808 w 640052"/>
                        <a:gd name="connsiteY32" fmla="*/ 807207 h 950963"/>
                        <a:gd name="connsiteX33" fmla="*/ 110461 w 640052"/>
                        <a:gd name="connsiteY33" fmla="*/ 827496 h 950963"/>
                        <a:gd name="connsiteX34" fmla="*/ 95201 w 640052"/>
                        <a:gd name="connsiteY34" fmla="*/ 827496 h 950963"/>
                        <a:gd name="connsiteX35" fmla="*/ 95201 w 640052"/>
                        <a:gd name="connsiteY35" fmla="*/ 837033 h 950963"/>
                        <a:gd name="connsiteX36" fmla="*/ 69190 w 640052"/>
                        <a:gd name="connsiteY36" fmla="*/ 837033 h 950963"/>
                        <a:gd name="connsiteX37" fmla="*/ 69190 w 640052"/>
                        <a:gd name="connsiteY37" fmla="*/ 900501 h 950963"/>
                        <a:gd name="connsiteX38" fmla="*/ 45867 w 640052"/>
                        <a:gd name="connsiteY38" fmla="*/ 900501 h 950963"/>
                        <a:gd name="connsiteX39" fmla="*/ 45867 w 640052"/>
                        <a:gd name="connsiteY39" fmla="*/ 838940 h 950963"/>
                        <a:gd name="connsiteX40" fmla="*/ 33641 w 640052"/>
                        <a:gd name="connsiteY40" fmla="*/ 838940 h 950963"/>
                        <a:gd name="connsiteX41" fmla="*/ 33641 w 640052"/>
                        <a:gd name="connsiteY41" fmla="*/ 828623 h 950963"/>
                        <a:gd name="connsiteX42" fmla="*/ 16821 w 640052"/>
                        <a:gd name="connsiteY42" fmla="*/ 828623 h 950963"/>
                        <a:gd name="connsiteX43" fmla="*/ 16821 w 640052"/>
                        <a:gd name="connsiteY43" fmla="*/ 810675 h 950963"/>
                        <a:gd name="connsiteX44" fmla="*/ 0 w 640052"/>
                        <a:gd name="connsiteY44" fmla="*/ 810675 h 950963"/>
                        <a:gd name="connsiteX45" fmla="*/ 0 w 640052"/>
                        <a:gd name="connsiteY45" fmla="*/ 950963 h 950963"/>
                        <a:gd name="connsiteX0" fmla="*/ 587260 w 640052"/>
                        <a:gd name="connsiteY0" fmla="*/ 0 h 892456"/>
                        <a:gd name="connsiteX1" fmla="*/ 586208 w 640052"/>
                        <a:gd name="connsiteY1" fmla="*/ 50903 h 892456"/>
                        <a:gd name="connsiteX2" fmla="*/ 640052 w 640052"/>
                        <a:gd name="connsiteY2" fmla="*/ 50903 h 892456"/>
                        <a:gd name="connsiteX3" fmla="*/ 640052 w 640052"/>
                        <a:gd name="connsiteY3" fmla="*/ 91654 h 892456"/>
                        <a:gd name="connsiteX4" fmla="*/ 584908 w 640052"/>
                        <a:gd name="connsiteY4" fmla="*/ 91654 h 892456"/>
                        <a:gd name="connsiteX5" fmla="*/ 584908 w 640052"/>
                        <a:gd name="connsiteY5" fmla="*/ 320206 h 892456"/>
                        <a:gd name="connsiteX6" fmla="*/ 502105 w 640052"/>
                        <a:gd name="connsiteY6" fmla="*/ 320206 h 892456"/>
                        <a:gd name="connsiteX7" fmla="*/ 502105 w 640052"/>
                        <a:gd name="connsiteY7" fmla="*/ 531678 h 892456"/>
                        <a:gd name="connsiteX8" fmla="*/ 483724 w 640052"/>
                        <a:gd name="connsiteY8" fmla="*/ 531678 h 892456"/>
                        <a:gd name="connsiteX9" fmla="*/ 444880 w 640052"/>
                        <a:gd name="connsiteY9" fmla="*/ 567748 h 892456"/>
                        <a:gd name="connsiteX10" fmla="*/ 425025 w 640052"/>
                        <a:gd name="connsiteY10" fmla="*/ 569828 h 892456"/>
                        <a:gd name="connsiteX11" fmla="*/ 425285 w 640052"/>
                        <a:gd name="connsiteY11" fmla="*/ 621071 h 892456"/>
                        <a:gd name="connsiteX12" fmla="*/ 409505 w 640052"/>
                        <a:gd name="connsiteY12" fmla="*/ 622631 h 892456"/>
                        <a:gd name="connsiteX13" fmla="*/ 409505 w 640052"/>
                        <a:gd name="connsiteY13" fmla="*/ 631042 h 892456"/>
                        <a:gd name="connsiteX14" fmla="*/ 358523 w 640052"/>
                        <a:gd name="connsiteY14" fmla="*/ 631042 h 892456"/>
                        <a:gd name="connsiteX15" fmla="*/ 355748 w 640052"/>
                        <a:gd name="connsiteY15" fmla="*/ 622892 h 892456"/>
                        <a:gd name="connsiteX16" fmla="*/ 348638 w 640052"/>
                        <a:gd name="connsiteY16" fmla="*/ 622371 h 892456"/>
                        <a:gd name="connsiteX17" fmla="*/ 346557 w 640052"/>
                        <a:gd name="connsiteY17" fmla="*/ 596360 h 892456"/>
                        <a:gd name="connsiteX18" fmla="*/ 310315 w 640052"/>
                        <a:gd name="connsiteY18" fmla="*/ 597140 h 892456"/>
                        <a:gd name="connsiteX19" fmla="*/ 310315 w 640052"/>
                        <a:gd name="connsiteY19" fmla="*/ 602516 h 892456"/>
                        <a:gd name="connsiteX20" fmla="*/ 262368 w 640052"/>
                        <a:gd name="connsiteY20" fmla="*/ 601996 h 892456"/>
                        <a:gd name="connsiteX21" fmla="*/ 262368 w 640052"/>
                        <a:gd name="connsiteY21" fmla="*/ 647602 h 892456"/>
                        <a:gd name="connsiteX22" fmla="*/ 251876 w 640052"/>
                        <a:gd name="connsiteY22" fmla="*/ 649163 h 892456"/>
                        <a:gd name="connsiteX23" fmla="*/ 251876 w 640052"/>
                        <a:gd name="connsiteY23" fmla="*/ 664423 h 892456"/>
                        <a:gd name="connsiteX24" fmla="*/ 225345 w 640052"/>
                        <a:gd name="connsiteY24" fmla="*/ 664423 h 892456"/>
                        <a:gd name="connsiteX25" fmla="*/ 225345 w 640052"/>
                        <a:gd name="connsiteY25" fmla="*/ 684538 h 892456"/>
                        <a:gd name="connsiteX26" fmla="*/ 90259 w 640052"/>
                        <a:gd name="connsiteY26" fmla="*/ 684538 h 892456"/>
                        <a:gd name="connsiteX27" fmla="*/ 90259 w 640052"/>
                        <a:gd name="connsiteY27" fmla="*/ 711590 h 892456"/>
                        <a:gd name="connsiteX28" fmla="*/ 99797 w 640052"/>
                        <a:gd name="connsiteY28" fmla="*/ 711590 h 892456"/>
                        <a:gd name="connsiteX29" fmla="*/ 100144 w 640052"/>
                        <a:gd name="connsiteY29" fmla="*/ 732226 h 892456"/>
                        <a:gd name="connsiteX30" fmla="*/ 105866 w 640052"/>
                        <a:gd name="connsiteY30" fmla="*/ 732226 h 892456"/>
                        <a:gd name="connsiteX31" fmla="*/ 105866 w 640052"/>
                        <a:gd name="connsiteY31" fmla="*/ 748700 h 892456"/>
                        <a:gd name="connsiteX32" fmla="*/ 110808 w 640052"/>
                        <a:gd name="connsiteY32" fmla="*/ 748700 h 892456"/>
                        <a:gd name="connsiteX33" fmla="*/ 110461 w 640052"/>
                        <a:gd name="connsiteY33" fmla="*/ 768989 h 892456"/>
                        <a:gd name="connsiteX34" fmla="*/ 95201 w 640052"/>
                        <a:gd name="connsiteY34" fmla="*/ 768989 h 892456"/>
                        <a:gd name="connsiteX35" fmla="*/ 95201 w 640052"/>
                        <a:gd name="connsiteY35" fmla="*/ 778526 h 892456"/>
                        <a:gd name="connsiteX36" fmla="*/ 69190 w 640052"/>
                        <a:gd name="connsiteY36" fmla="*/ 778526 h 892456"/>
                        <a:gd name="connsiteX37" fmla="*/ 69190 w 640052"/>
                        <a:gd name="connsiteY37" fmla="*/ 841994 h 892456"/>
                        <a:gd name="connsiteX38" fmla="*/ 45867 w 640052"/>
                        <a:gd name="connsiteY38" fmla="*/ 841994 h 892456"/>
                        <a:gd name="connsiteX39" fmla="*/ 45867 w 640052"/>
                        <a:gd name="connsiteY39" fmla="*/ 780433 h 892456"/>
                        <a:gd name="connsiteX40" fmla="*/ 33641 w 640052"/>
                        <a:gd name="connsiteY40" fmla="*/ 780433 h 892456"/>
                        <a:gd name="connsiteX41" fmla="*/ 33641 w 640052"/>
                        <a:gd name="connsiteY41" fmla="*/ 770116 h 892456"/>
                        <a:gd name="connsiteX42" fmla="*/ 16821 w 640052"/>
                        <a:gd name="connsiteY42" fmla="*/ 770116 h 892456"/>
                        <a:gd name="connsiteX43" fmla="*/ 16821 w 640052"/>
                        <a:gd name="connsiteY43" fmla="*/ 752168 h 892456"/>
                        <a:gd name="connsiteX44" fmla="*/ 0 w 640052"/>
                        <a:gd name="connsiteY44" fmla="*/ 752168 h 892456"/>
                        <a:gd name="connsiteX45" fmla="*/ 0 w 640052"/>
                        <a:gd name="connsiteY45" fmla="*/ 892456 h 892456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3724 w 640052"/>
                        <a:gd name="connsiteY8" fmla="*/ 526896 h 887674"/>
                        <a:gd name="connsiteX9" fmla="*/ 444880 w 640052"/>
                        <a:gd name="connsiteY9" fmla="*/ 562966 h 887674"/>
                        <a:gd name="connsiteX10" fmla="*/ 425025 w 640052"/>
                        <a:gd name="connsiteY10" fmla="*/ 565046 h 887674"/>
                        <a:gd name="connsiteX11" fmla="*/ 425285 w 640052"/>
                        <a:gd name="connsiteY11" fmla="*/ 616289 h 887674"/>
                        <a:gd name="connsiteX12" fmla="*/ 409505 w 640052"/>
                        <a:gd name="connsiteY12" fmla="*/ 617849 h 887674"/>
                        <a:gd name="connsiteX13" fmla="*/ 409505 w 640052"/>
                        <a:gd name="connsiteY13" fmla="*/ 626260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48638 w 640052"/>
                        <a:gd name="connsiteY16" fmla="*/ 617589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3724 w 640052"/>
                        <a:gd name="connsiteY8" fmla="*/ 526896 h 887674"/>
                        <a:gd name="connsiteX9" fmla="*/ 444880 w 640052"/>
                        <a:gd name="connsiteY9" fmla="*/ 562966 h 887674"/>
                        <a:gd name="connsiteX10" fmla="*/ 425025 w 640052"/>
                        <a:gd name="connsiteY10" fmla="*/ 565046 h 887674"/>
                        <a:gd name="connsiteX11" fmla="*/ 425285 w 640052"/>
                        <a:gd name="connsiteY11" fmla="*/ 616289 h 887674"/>
                        <a:gd name="connsiteX12" fmla="*/ 409505 w 640052"/>
                        <a:gd name="connsiteY12" fmla="*/ 617849 h 887674"/>
                        <a:gd name="connsiteX13" fmla="*/ 364896 w 640052"/>
                        <a:gd name="connsiteY13" fmla="*/ 538287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48638 w 640052"/>
                        <a:gd name="connsiteY16" fmla="*/ 617589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3724 w 640052"/>
                        <a:gd name="connsiteY8" fmla="*/ 526896 h 887674"/>
                        <a:gd name="connsiteX9" fmla="*/ 444880 w 640052"/>
                        <a:gd name="connsiteY9" fmla="*/ 562966 h 887674"/>
                        <a:gd name="connsiteX10" fmla="*/ 425025 w 640052"/>
                        <a:gd name="connsiteY10" fmla="*/ 565046 h 887674"/>
                        <a:gd name="connsiteX11" fmla="*/ 425285 w 640052"/>
                        <a:gd name="connsiteY11" fmla="*/ 616289 h 887674"/>
                        <a:gd name="connsiteX12" fmla="*/ 421244 w 640052"/>
                        <a:gd name="connsiteY12" fmla="*/ 564601 h 887674"/>
                        <a:gd name="connsiteX13" fmla="*/ 364896 w 640052"/>
                        <a:gd name="connsiteY13" fmla="*/ 538287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48638 w 640052"/>
                        <a:gd name="connsiteY16" fmla="*/ 617589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3724 w 640052"/>
                        <a:gd name="connsiteY8" fmla="*/ 526896 h 887674"/>
                        <a:gd name="connsiteX9" fmla="*/ 444880 w 640052"/>
                        <a:gd name="connsiteY9" fmla="*/ 562966 h 887674"/>
                        <a:gd name="connsiteX10" fmla="*/ 425025 w 640052"/>
                        <a:gd name="connsiteY10" fmla="*/ 565046 h 887674"/>
                        <a:gd name="connsiteX11" fmla="*/ 425285 w 640052"/>
                        <a:gd name="connsiteY11" fmla="*/ 616289 h 887674"/>
                        <a:gd name="connsiteX12" fmla="*/ 421244 w 640052"/>
                        <a:gd name="connsiteY12" fmla="*/ 564601 h 887674"/>
                        <a:gd name="connsiteX13" fmla="*/ 362548 w 640052"/>
                        <a:gd name="connsiteY13" fmla="*/ 563753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48638 w 640052"/>
                        <a:gd name="connsiteY16" fmla="*/ 617589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3724 w 640052"/>
                        <a:gd name="connsiteY8" fmla="*/ 526896 h 887674"/>
                        <a:gd name="connsiteX9" fmla="*/ 444880 w 640052"/>
                        <a:gd name="connsiteY9" fmla="*/ 562966 h 887674"/>
                        <a:gd name="connsiteX10" fmla="*/ 425025 w 640052"/>
                        <a:gd name="connsiteY10" fmla="*/ 565046 h 887674"/>
                        <a:gd name="connsiteX11" fmla="*/ 421244 w 640052"/>
                        <a:gd name="connsiteY11" fmla="*/ 564601 h 887674"/>
                        <a:gd name="connsiteX12" fmla="*/ 362548 w 640052"/>
                        <a:gd name="connsiteY12" fmla="*/ 563753 h 887674"/>
                        <a:gd name="connsiteX13" fmla="*/ 358523 w 640052"/>
                        <a:gd name="connsiteY13" fmla="*/ 626260 h 887674"/>
                        <a:gd name="connsiteX14" fmla="*/ 355748 w 640052"/>
                        <a:gd name="connsiteY14" fmla="*/ 618110 h 887674"/>
                        <a:gd name="connsiteX15" fmla="*/ 348638 w 640052"/>
                        <a:gd name="connsiteY15" fmla="*/ 617589 h 887674"/>
                        <a:gd name="connsiteX16" fmla="*/ 346557 w 640052"/>
                        <a:gd name="connsiteY16" fmla="*/ 591578 h 887674"/>
                        <a:gd name="connsiteX17" fmla="*/ 310315 w 640052"/>
                        <a:gd name="connsiteY17" fmla="*/ 592358 h 887674"/>
                        <a:gd name="connsiteX18" fmla="*/ 310315 w 640052"/>
                        <a:gd name="connsiteY18" fmla="*/ 597734 h 887674"/>
                        <a:gd name="connsiteX19" fmla="*/ 262368 w 640052"/>
                        <a:gd name="connsiteY19" fmla="*/ 597214 h 887674"/>
                        <a:gd name="connsiteX20" fmla="*/ 262368 w 640052"/>
                        <a:gd name="connsiteY20" fmla="*/ 642820 h 887674"/>
                        <a:gd name="connsiteX21" fmla="*/ 251876 w 640052"/>
                        <a:gd name="connsiteY21" fmla="*/ 644381 h 887674"/>
                        <a:gd name="connsiteX22" fmla="*/ 251876 w 640052"/>
                        <a:gd name="connsiteY22" fmla="*/ 659641 h 887674"/>
                        <a:gd name="connsiteX23" fmla="*/ 225345 w 640052"/>
                        <a:gd name="connsiteY23" fmla="*/ 659641 h 887674"/>
                        <a:gd name="connsiteX24" fmla="*/ 225345 w 640052"/>
                        <a:gd name="connsiteY24" fmla="*/ 679756 h 887674"/>
                        <a:gd name="connsiteX25" fmla="*/ 90259 w 640052"/>
                        <a:gd name="connsiteY25" fmla="*/ 679756 h 887674"/>
                        <a:gd name="connsiteX26" fmla="*/ 90259 w 640052"/>
                        <a:gd name="connsiteY26" fmla="*/ 706808 h 887674"/>
                        <a:gd name="connsiteX27" fmla="*/ 99797 w 640052"/>
                        <a:gd name="connsiteY27" fmla="*/ 706808 h 887674"/>
                        <a:gd name="connsiteX28" fmla="*/ 100144 w 640052"/>
                        <a:gd name="connsiteY28" fmla="*/ 727444 h 887674"/>
                        <a:gd name="connsiteX29" fmla="*/ 105866 w 640052"/>
                        <a:gd name="connsiteY29" fmla="*/ 727444 h 887674"/>
                        <a:gd name="connsiteX30" fmla="*/ 105866 w 640052"/>
                        <a:gd name="connsiteY30" fmla="*/ 743918 h 887674"/>
                        <a:gd name="connsiteX31" fmla="*/ 110808 w 640052"/>
                        <a:gd name="connsiteY31" fmla="*/ 743918 h 887674"/>
                        <a:gd name="connsiteX32" fmla="*/ 110461 w 640052"/>
                        <a:gd name="connsiteY32" fmla="*/ 764207 h 887674"/>
                        <a:gd name="connsiteX33" fmla="*/ 95201 w 640052"/>
                        <a:gd name="connsiteY33" fmla="*/ 764207 h 887674"/>
                        <a:gd name="connsiteX34" fmla="*/ 95201 w 640052"/>
                        <a:gd name="connsiteY34" fmla="*/ 773744 h 887674"/>
                        <a:gd name="connsiteX35" fmla="*/ 69190 w 640052"/>
                        <a:gd name="connsiteY35" fmla="*/ 773744 h 887674"/>
                        <a:gd name="connsiteX36" fmla="*/ 69190 w 640052"/>
                        <a:gd name="connsiteY36" fmla="*/ 837212 h 887674"/>
                        <a:gd name="connsiteX37" fmla="*/ 45867 w 640052"/>
                        <a:gd name="connsiteY37" fmla="*/ 837212 h 887674"/>
                        <a:gd name="connsiteX38" fmla="*/ 45867 w 640052"/>
                        <a:gd name="connsiteY38" fmla="*/ 775651 h 887674"/>
                        <a:gd name="connsiteX39" fmla="*/ 33641 w 640052"/>
                        <a:gd name="connsiteY39" fmla="*/ 775651 h 887674"/>
                        <a:gd name="connsiteX40" fmla="*/ 33641 w 640052"/>
                        <a:gd name="connsiteY40" fmla="*/ 765334 h 887674"/>
                        <a:gd name="connsiteX41" fmla="*/ 16821 w 640052"/>
                        <a:gd name="connsiteY41" fmla="*/ 765334 h 887674"/>
                        <a:gd name="connsiteX42" fmla="*/ 16821 w 640052"/>
                        <a:gd name="connsiteY42" fmla="*/ 747386 h 887674"/>
                        <a:gd name="connsiteX43" fmla="*/ 0 w 640052"/>
                        <a:gd name="connsiteY43" fmla="*/ 747386 h 887674"/>
                        <a:gd name="connsiteX44" fmla="*/ 0 w 640052"/>
                        <a:gd name="connsiteY44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3724 w 640052"/>
                        <a:gd name="connsiteY8" fmla="*/ 526896 h 887674"/>
                        <a:gd name="connsiteX9" fmla="*/ 444880 w 640052"/>
                        <a:gd name="connsiteY9" fmla="*/ 562966 h 887674"/>
                        <a:gd name="connsiteX10" fmla="*/ 425025 w 640052"/>
                        <a:gd name="connsiteY10" fmla="*/ 565046 h 887674"/>
                        <a:gd name="connsiteX11" fmla="*/ 421244 w 640052"/>
                        <a:gd name="connsiteY11" fmla="*/ 564601 h 887674"/>
                        <a:gd name="connsiteX12" fmla="*/ 362548 w 640052"/>
                        <a:gd name="connsiteY12" fmla="*/ 563753 h 887674"/>
                        <a:gd name="connsiteX13" fmla="*/ 358523 w 640052"/>
                        <a:gd name="connsiteY13" fmla="*/ 626260 h 887674"/>
                        <a:gd name="connsiteX14" fmla="*/ 355748 w 640052"/>
                        <a:gd name="connsiteY14" fmla="*/ 618110 h 887674"/>
                        <a:gd name="connsiteX15" fmla="*/ 372117 w 640052"/>
                        <a:gd name="connsiteY15" fmla="*/ 663891 h 887674"/>
                        <a:gd name="connsiteX16" fmla="*/ 346557 w 640052"/>
                        <a:gd name="connsiteY16" fmla="*/ 591578 h 887674"/>
                        <a:gd name="connsiteX17" fmla="*/ 310315 w 640052"/>
                        <a:gd name="connsiteY17" fmla="*/ 592358 h 887674"/>
                        <a:gd name="connsiteX18" fmla="*/ 310315 w 640052"/>
                        <a:gd name="connsiteY18" fmla="*/ 597734 h 887674"/>
                        <a:gd name="connsiteX19" fmla="*/ 262368 w 640052"/>
                        <a:gd name="connsiteY19" fmla="*/ 597214 h 887674"/>
                        <a:gd name="connsiteX20" fmla="*/ 262368 w 640052"/>
                        <a:gd name="connsiteY20" fmla="*/ 642820 h 887674"/>
                        <a:gd name="connsiteX21" fmla="*/ 251876 w 640052"/>
                        <a:gd name="connsiteY21" fmla="*/ 644381 h 887674"/>
                        <a:gd name="connsiteX22" fmla="*/ 251876 w 640052"/>
                        <a:gd name="connsiteY22" fmla="*/ 659641 h 887674"/>
                        <a:gd name="connsiteX23" fmla="*/ 225345 w 640052"/>
                        <a:gd name="connsiteY23" fmla="*/ 659641 h 887674"/>
                        <a:gd name="connsiteX24" fmla="*/ 225345 w 640052"/>
                        <a:gd name="connsiteY24" fmla="*/ 679756 h 887674"/>
                        <a:gd name="connsiteX25" fmla="*/ 90259 w 640052"/>
                        <a:gd name="connsiteY25" fmla="*/ 679756 h 887674"/>
                        <a:gd name="connsiteX26" fmla="*/ 90259 w 640052"/>
                        <a:gd name="connsiteY26" fmla="*/ 706808 h 887674"/>
                        <a:gd name="connsiteX27" fmla="*/ 99797 w 640052"/>
                        <a:gd name="connsiteY27" fmla="*/ 706808 h 887674"/>
                        <a:gd name="connsiteX28" fmla="*/ 100144 w 640052"/>
                        <a:gd name="connsiteY28" fmla="*/ 727444 h 887674"/>
                        <a:gd name="connsiteX29" fmla="*/ 105866 w 640052"/>
                        <a:gd name="connsiteY29" fmla="*/ 727444 h 887674"/>
                        <a:gd name="connsiteX30" fmla="*/ 105866 w 640052"/>
                        <a:gd name="connsiteY30" fmla="*/ 743918 h 887674"/>
                        <a:gd name="connsiteX31" fmla="*/ 110808 w 640052"/>
                        <a:gd name="connsiteY31" fmla="*/ 743918 h 887674"/>
                        <a:gd name="connsiteX32" fmla="*/ 110461 w 640052"/>
                        <a:gd name="connsiteY32" fmla="*/ 764207 h 887674"/>
                        <a:gd name="connsiteX33" fmla="*/ 95201 w 640052"/>
                        <a:gd name="connsiteY33" fmla="*/ 764207 h 887674"/>
                        <a:gd name="connsiteX34" fmla="*/ 95201 w 640052"/>
                        <a:gd name="connsiteY34" fmla="*/ 773744 h 887674"/>
                        <a:gd name="connsiteX35" fmla="*/ 69190 w 640052"/>
                        <a:gd name="connsiteY35" fmla="*/ 773744 h 887674"/>
                        <a:gd name="connsiteX36" fmla="*/ 69190 w 640052"/>
                        <a:gd name="connsiteY36" fmla="*/ 837212 h 887674"/>
                        <a:gd name="connsiteX37" fmla="*/ 45867 w 640052"/>
                        <a:gd name="connsiteY37" fmla="*/ 837212 h 887674"/>
                        <a:gd name="connsiteX38" fmla="*/ 45867 w 640052"/>
                        <a:gd name="connsiteY38" fmla="*/ 775651 h 887674"/>
                        <a:gd name="connsiteX39" fmla="*/ 33641 w 640052"/>
                        <a:gd name="connsiteY39" fmla="*/ 775651 h 887674"/>
                        <a:gd name="connsiteX40" fmla="*/ 33641 w 640052"/>
                        <a:gd name="connsiteY40" fmla="*/ 765334 h 887674"/>
                        <a:gd name="connsiteX41" fmla="*/ 16821 w 640052"/>
                        <a:gd name="connsiteY41" fmla="*/ 765334 h 887674"/>
                        <a:gd name="connsiteX42" fmla="*/ 16821 w 640052"/>
                        <a:gd name="connsiteY42" fmla="*/ 747386 h 887674"/>
                        <a:gd name="connsiteX43" fmla="*/ 0 w 640052"/>
                        <a:gd name="connsiteY43" fmla="*/ 747386 h 887674"/>
                        <a:gd name="connsiteX44" fmla="*/ 0 w 640052"/>
                        <a:gd name="connsiteY44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3724 w 640052"/>
                        <a:gd name="connsiteY8" fmla="*/ 526896 h 887674"/>
                        <a:gd name="connsiteX9" fmla="*/ 449577 w 640052"/>
                        <a:gd name="connsiteY9" fmla="*/ 606952 h 887674"/>
                        <a:gd name="connsiteX10" fmla="*/ 425025 w 640052"/>
                        <a:gd name="connsiteY10" fmla="*/ 565046 h 887674"/>
                        <a:gd name="connsiteX11" fmla="*/ 421244 w 640052"/>
                        <a:gd name="connsiteY11" fmla="*/ 564601 h 887674"/>
                        <a:gd name="connsiteX12" fmla="*/ 362548 w 640052"/>
                        <a:gd name="connsiteY12" fmla="*/ 563753 h 887674"/>
                        <a:gd name="connsiteX13" fmla="*/ 358523 w 640052"/>
                        <a:gd name="connsiteY13" fmla="*/ 626260 h 887674"/>
                        <a:gd name="connsiteX14" fmla="*/ 355748 w 640052"/>
                        <a:gd name="connsiteY14" fmla="*/ 618110 h 887674"/>
                        <a:gd name="connsiteX15" fmla="*/ 372117 w 640052"/>
                        <a:gd name="connsiteY15" fmla="*/ 663891 h 887674"/>
                        <a:gd name="connsiteX16" fmla="*/ 346557 w 640052"/>
                        <a:gd name="connsiteY16" fmla="*/ 591578 h 887674"/>
                        <a:gd name="connsiteX17" fmla="*/ 310315 w 640052"/>
                        <a:gd name="connsiteY17" fmla="*/ 592358 h 887674"/>
                        <a:gd name="connsiteX18" fmla="*/ 310315 w 640052"/>
                        <a:gd name="connsiteY18" fmla="*/ 597734 h 887674"/>
                        <a:gd name="connsiteX19" fmla="*/ 262368 w 640052"/>
                        <a:gd name="connsiteY19" fmla="*/ 597214 h 887674"/>
                        <a:gd name="connsiteX20" fmla="*/ 262368 w 640052"/>
                        <a:gd name="connsiteY20" fmla="*/ 642820 h 887674"/>
                        <a:gd name="connsiteX21" fmla="*/ 251876 w 640052"/>
                        <a:gd name="connsiteY21" fmla="*/ 644381 h 887674"/>
                        <a:gd name="connsiteX22" fmla="*/ 251876 w 640052"/>
                        <a:gd name="connsiteY22" fmla="*/ 659641 h 887674"/>
                        <a:gd name="connsiteX23" fmla="*/ 225345 w 640052"/>
                        <a:gd name="connsiteY23" fmla="*/ 659641 h 887674"/>
                        <a:gd name="connsiteX24" fmla="*/ 225345 w 640052"/>
                        <a:gd name="connsiteY24" fmla="*/ 679756 h 887674"/>
                        <a:gd name="connsiteX25" fmla="*/ 90259 w 640052"/>
                        <a:gd name="connsiteY25" fmla="*/ 679756 h 887674"/>
                        <a:gd name="connsiteX26" fmla="*/ 90259 w 640052"/>
                        <a:gd name="connsiteY26" fmla="*/ 706808 h 887674"/>
                        <a:gd name="connsiteX27" fmla="*/ 99797 w 640052"/>
                        <a:gd name="connsiteY27" fmla="*/ 706808 h 887674"/>
                        <a:gd name="connsiteX28" fmla="*/ 100144 w 640052"/>
                        <a:gd name="connsiteY28" fmla="*/ 727444 h 887674"/>
                        <a:gd name="connsiteX29" fmla="*/ 105866 w 640052"/>
                        <a:gd name="connsiteY29" fmla="*/ 727444 h 887674"/>
                        <a:gd name="connsiteX30" fmla="*/ 105866 w 640052"/>
                        <a:gd name="connsiteY30" fmla="*/ 743918 h 887674"/>
                        <a:gd name="connsiteX31" fmla="*/ 110808 w 640052"/>
                        <a:gd name="connsiteY31" fmla="*/ 743918 h 887674"/>
                        <a:gd name="connsiteX32" fmla="*/ 110461 w 640052"/>
                        <a:gd name="connsiteY32" fmla="*/ 764207 h 887674"/>
                        <a:gd name="connsiteX33" fmla="*/ 95201 w 640052"/>
                        <a:gd name="connsiteY33" fmla="*/ 764207 h 887674"/>
                        <a:gd name="connsiteX34" fmla="*/ 95201 w 640052"/>
                        <a:gd name="connsiteY34" fmla="*/ 773744 h 887674"/>
                        <a:gd name="connsiteX35" fmla="*/ 69190 w 640052"/>
                        <a:gd name="connsiteY35" fmla="*/ 773744 h 887674"/>
                        <a:gd name="connsiteX36" fmla="*/ 69190 w 640052"/>
                        <a:gd name="connsiteY36" fmla="*/ 837212 h 887674"/>
                        <a:gd name="connsiteX37" fmla="*/ 45867 w 640052"/>
                        <a:gd name="connsiteY37" fmla="*/ 837212 h 887674"/>
                        <a:gd name="connsiteX38" fmla="*/ 45867 w 640052"/>
                        <a:gd name="connsiteY38" fmla="*/ 775651 h 887674"/>
                        <a:gd name="connsiteX39" fmla="*/ 33641 w 640052"/>
                        <a:gd name="connsiteY39" fmla="*/ 775651 h 887674"/>
                        <a:gd name="connsiteX40" fmla="*/ 33641 w 640052"/>
                        <a:gd name="connsiteY40" fmla="*/ 765334 h 887674"/>
                        <a:gd name="connsiteX41" fmla="*/ 16821 w 640052"/>
                        <a:gd name="connsiteY41" fmla="*/ 765334 h 887674"/>
                        <a:gd name="connsiteX42" fmla="*/ 16821 w 640052"/>
                        <a:gd name="connsiteY42" fmla="*/ 747386 h 887674"/>
                        <a:gd name="connsiteX43" fmla="*/ 0 w 640052"/>
                        <a:gd name="connsiteY43" fmla="*/ 747386 h 887674"/>
                        <a:gd name="connsiteX44" fmla="*/ 0 w 640052"/>
                        <a:gd name="connsiteY44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8419 w 640052"/>
                        <a:gd name="connsiteY8" fmla="*/ 668117 h 887674"/>
                        <a:gd name="connsiteX9" fmla="*/ 449577 w 640052"/>
                        <a:gd name="connsiteY9" fmla="*/ 606952 h 887674"/>
                        <a:gd name="connsiteX10" fmla="*/ 425025 w 640052"/>
                        <a:gd name="connsiteY10" fmla="*/ 565046 h 887674"/>
                        <a:gd name="connsiteX11" fmla="*/ 421244 w 640052"/>
                        <a:gd name="connsiteY11" fmla="*/ 564601 h 887674"/>
                        <a:gd name="connsiteX12" fmla="*/ 362548 w 640052"/>
                        <a:gd name="connsiteY12" fmla="*/ 563753 h 887674"/>
                        <a:gd name="connsiteX13" fmla="*/ 358523 w 640052"/>
                        <a:gd name="connsiteY13" fmla="*/ 626260 h 887674"/>
                        <a:gd name="connsiteX14" fmla="*/ 355748 w 640052"/>
                        <a:gd name="connsiteY14" fmla="*/ 618110 h 887674"/>
                        <a:gd name="connsiteX15" fmla="*/ 372117 w 640052"/>
                        <a:gd name="connsiteY15" fmla="*/ 663891 h 887674"/>
                        <a:gd name="connsiteX16" fmla="*/ 346557 w 640052"/>
                        <a:gd name="connsiteY16" fmla="*/ 591578 h 887674"/>
                        <a:gd name="connsiteX17" fmla="*/ 310315 w 640052"/>
                        <a:gd name="connsiteY17" fmla="*/ 592358 h 887674"/>
                        <a:gd name="connsiteX18" fmla="*/ 310315 w 640052"/>
                        <a:gd name="connsiteY18" fmla="*/ 597734 h 887674"/>
                        <a:gd name="connsiteX19" fmla="*/ 262368 w 640052"/>
                        <a:gd name="connsiteY19" fmla="*/ 597214 h 887674"/>
                        <a:gd name="connsiteX20" fmla="*/ 262368 w 640052"/>
                        <a:gd name="connsiteY20" fmla="*/ 642820 h 887674"/>
                        <a:gd name="connsiteX21" fmla="*/ 251876 w 640052"/>
                        <a:gd name="connsiteY21" fmla="*/ 644381 h 887674"/>
                        <a:gd name="connsiteX22" fmla="*/ 251876 w 640052"/>
                        <a:gd name="connsiteY22" fmla="*/ 659641 h 887674"/>
                        <a:gd name="connsiteX23" fmla="*/ 225345 w 640052"/>
                        <a:gd name="connsiteY23" fmla="*/ 659641 h 887674"/>
                        <a:gd name="connsiteX24" fmla="*/ 225345 w 640052"/>
                        <a:gd name="connsiteY24" fmla="*/ 679756 h 887674"/>
                        <a:gd name="connsiteX25" fmla="*/ 90259 w 640052"/>
                        <a:gd name="connsiteY25" fmla="*/ 679756 h 887674"/>
                        <a:gd name="connsiteX26" fmla="*/ 90259 w 640052"/>
                        <a:gd name="connsiteY26" fmla="*/ 706808 h 887674"/>
                        <a:gd name="connsiteX27" fmla="*/ 99797 w 640052"/>
                        <a:gd name="connsiteY27" fmla="*/ 706808 h 887674"/>
                        <a:gd name="connsiteX28" fmla="*/ 100144 w 640052"/>
                        <a:gd name="connsiteY28" fmla="*/ 727444 h 887674"/>
                        <a:gd name="connsiteX29" fmla="*/ 105866 w 640052"/>
                        <a:gd name="connsiteY29" fmla="*/ 727444 h 887674"/>
                        <a:gd name="connsiteX30" fmla="*/ 105866 w 640052"/>
                        <a:gd name="connsiteY30" fmla="*/ 743918 h 887674"/>
                        <a:gd name="connsiteX31" fmla="*/ 110808 w 640052"/>
                        <a:gd name="connsiteY31" fmla="*/ 743918 h 887674"/>
                        <a:gd name="connsiteX32" fmla="*/ 110461 w 640052"/>
                        <a:gd name="connsiteY32" fmla="*/ 764207 h 887674"/>
                        <a:gd name="connsiteX33" fmla="*/ 95201 w 640052"/>
                        <a:gd name="connsiteY33" fmla="*/ 764207 h 887674"/>
                        <a:gd name="connsiteX34" fmla="*/ 95201 w 640052"/>
                        <a:gd name="connsiteY34" fmla="*/ 773744 h 887674"/>
                        <a:gd name="connsiteX35" fmla="*/ 69190 w 640052"/>
                        <a:gd name="connsiteY35" fmla="*/ 773744 h 887674"/>
                        <a:gd name="connsiteX36" fmla="*/ 69190 w 640052"/>
                        <a:gd name="connsiteY36" fmla="*/ 837212 h 887674"/>
                        <a:gd name="connsiteX37" fmla="*/ 45867 w 640052"/>
                        <a:gd name="connsiteY37" fmla="*/ 837212 h 887674"/>
                        <a:gd name="connsiteX38" fmla="*/ 45867 w 640052"/>
                        <a:gd name="connsiteY38" fmla="*/ 775651 h 887674"/>
                        <a:gd name="connsiteX39" fmla="*/ 33641 w 640052"/>
                        <a:gd name="connsiteY39" fmla="*/ 775651 h 887674"/>
                        <a:gd name="connsiteX40" fmla="*/ 33641 w 640052"/>
                        <a:gd name="connsiteY40" fmla="*/ 765334 h 887674"/>
                        <a:gd name="connsiteX41" fmla="*/ 16821 w 640052"/>
                        <a:gd name="connsiteY41" fmla="*/ 765334 h 887674"/>
                        <a:gd name="connsiteX42" fmla="*/ 16821 w 640052"/>
                        <a:gd name="connsiteY42" fmla="*/ 747386 h 887674"/>
                        <a:gd name="connsiteX43" fmla="*/ 0 w 640052"/>
                        <a:gd name="connsiteY43" fmla="*/ 747386 h 887674"/>
                        <a:gd name="connsiteX44" fmla="*/ 0 w 640052"/>
                        <a:gd name="connsiteY44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8419 w 640052"/>
                        <a:gd name="connsiteY8" fmla="*/ 668117 h 887674"/>
                        <a:gd name="connsiteX9" fmla="*/ 451924 w 640052"/>
                        <a:gd name="connsiteY9" fmla="*/ 641679 h 887674"/>
                        <a:gd name="connsiteX10" fmla="*/ 425025 w 640052"/>
                        <a:gd name="connsiteY10" fmla="*/ 565046 h 887674"/>
                        <a:gd name="connsiteX11" fmla="*/ 421244 w 640052"/>
                        <a:gd name="connsiteY11" fmla="*/ 564601 h 887674"/>
                        <a:gd name="connsiteX12" fmla="*/ 362548 w 640052"/>
                        <a:gd name="connsiteY12" fmla="*/ 563753 h 887674"/>
                        <a:gd name="connsiteX13" fmla="*/ 358523 w 640052"/>
                        <a:gd name="connsiteY13" fmla="*/ 626260 h 887674"/>
                        <a:gd name="connsiteX14" fmla="*/ 355748 w 640052"/>
                        <a:gd name="connsiteY14" fmla="*/ 618110 h 887674"/>
                        <a:gd name="connsiteX15" fmla="*/ 372117 w 640052"/>
                        <a:gd name="connsiteY15" fmla="*/ 663891 h 887674"/>
                        <a:gd name="connsiteX16" fmla="*/ 346557 w 640052"/>
                        <a:gd name="connsiteY16" fmla="*/ 591578 h 887674"/>
                        <a:gd name="connsiteX17" fmla="*/ 310315 w 640052"/>
                        <a:gd name="connsiteY17" fmla="*/ 592358 h 887674"/>
                        <a:gd name="connsiteX18" fmla="*/ 310315 w 640052"/>
                        <a:gd name="connsiteY18" fmla="*/ 597734 h 887674"/>
                        <a:gd name="connsiteX19" fmla="*/ 262368 w 640052"/>
                        <a:gd name="connsiteY19" fmla="*/ 597214 h 887674"/>
                        <a:gd name="connsiteX20" fmla="*/ 262368 w 640052"/>
                        <a:gd name="connsiteY20" fmla="*/ 642820 h 887674"/>
                        <a:gd name="connsiteX21" fmla="*/ 251876 w 640052"/>
                        <a:gd name="connsiteY21" fmla="*/ 644381 h 887674"/>
                        <a:gd name="connsiteX22" fmla="*/ 251876 w 640052"/>
                        <a:gd name="connsiteY22" fmla="*/ 659641 h 887674"/>
                        <a:gd name="connsiteX23" fmla="*/ 225345 w 640052"/>
                        <a:gd name="connsiteY23" fmla="*/ 659641 h 887674"/>
                        <a:gd name="connsiteX24" fmla="*/ 225345 w 640052"/>
                        <a:gd name="connsiteY24" fmla="*/ 679756 h 887674"/>
                        <a:gd name="connsiteX25" fmla="*/ 90259 w 640052"/>
                        <a:gd name="connsiteY25" fmla="*/ 679756 h 887674"/>
                        <a:gd name="connsiteX26" fmla="*/ 90259 w 640052"/>
                        <a:gd name="connsiteY26" fmla="*/ 706808 h 887674"/>
                        <a:gd name="connsiteX27" fmla="*/ 99797 w 640052"/>
                        <a:gd name="connsiteY27" fmla="*/ 706808 h 887674"/>
                        <a:gd name="connsiteX28" fmla="*/ 100144 w 640052"/>
                        <a:gd name="connsiteY28" fmla="*/ 727444 h 887674"/>
                        <a:gd name="connsiteX29" fmla="*/ 105866 w 640052"/>
                        <a:gd name="connsiteY29" fmla="*/ 727444 h 887674"/>
                        <a:gd name="connsiteX30" fmla="*/ 105866 w 640052"/>
                        <a:gd name="connsiteY30" fmla="*/ 743918 h 887674"/>
                        <a:gd name="connsiteX31" fmla="*/ 110808 w 640052"/>
                        <a:gd name="connsiteY31" fmla="*/ 743918 h 887674"/>
                        <a:gd name="connsiteX32" fmla="*/ 110461 w 640052"/>
                        <a:gd name="connsiteY32" fmla="*/ 764207 h 887674"/>
                        <a:gd name="connsiteX33" fmla="*/ 95201 w 640052"/>
                        <a:gd name="connsiteY33" fmla="*/ 764207 h 887674"/>
                        <a:gd name="connsiteX34" fmla="*/ 95201 w 640052"/>
                        <a:gd name="connsiteY34" fmla="*/ 773744 h 887674"/>
                        <a:gd name="connsiteX35" fmla="*/ 69190 w 640052"/>
                        <a:gd name="connsiteY35" fmla="*/ 773744 h 887674"/>
                        <a:gd name="connsiteX36" fmla="*/ 69190 w 640052"/>
                        <a:gd name="connsiteY36" fmla="*/ 837212 h 887674"/>
                        <a:gd name="connsiteX37" fmla="*/ 45867 w 640052"/>
                        <a:gd name="connsiteY37" fmla="*/ 837212 h 887674"/>
                        <a:gd name="connsiteX38" fmla="*/ 45867 w 640052"/>
                        <a:gd name="connsiteY38" fmla="*/ 775651 h 887674"/>
                        <a:gd name="connsiteX39" fmla="*/ 33641 w 640052"/>
                        <a:gd name="connsiteY39" fmla="*/ 775651 h 887674"/>
                        <a:gd name="connsiteX40" fmla="*/ 33641 w 640052"/>
                        <a:gd name="connsiteY40" fmla="*/ 765334 h 887674"/>
                        <a:gd name="connsiteX41" fmla="*/ 16821 w 640052"/>
                        <a:gd name="connsiteY41" fmla="*/ 765334 h 887674"/>
                        <a:gd name="connsiteX42" fmla="*/ 16821 w 640052"/>
                        <a:gd name="connsiteY42" fmla="*/ 747386 h 887674"/>
                        <a:gd name="connsiteX43" fmla="*/ 0 w 640052"/>
                        <a:gd name="connsiteY43" fmla="*/ 747386 h 887674"/>
                        <a:gd name="connsiteX44" fmla="*/ 0 w 640052"/>
                        <a:gd name="connsiteY44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8419 w 640052"/>
                        <a:gd name="connsiteY8" fmla="*/ 668117 h 887674"/>
                        <a:gd name="connsiteX9" fmla="*/ 454272 w 640052"/>
                        <a:gd name="connsiteY9" fmla="*/ 620842 h 887674"/>
                        <a:gd name="connsiteX10" fmla="*/ 425025 w 640052"/>
                        <a:gd name="connsiteY10" fmla="*/ 565046 h 887674"/>
                        <a:gd name="connsiteX11" fmla="*/ 421244 w 640052"/>
                        <a:gd name="connsiteY11" fmla="*/ 564601 h 887674"/>
                        <a:gd name="connsiteX12" fmla="*/ 362548 w 640052"/>
                        <a:gd name="connsiteY12" fmla="*/ 563753 h 887674"/>
                        <a:gd name="connsiteX13" fmla="*/ 358523 w 640052"/>
                        <a:gd name="connsiteY13" fmla="*/ 626260 h 887674"/>
                        <a:gd name="connsiteX14" fmla="*/ 355748 w 640052"/>
                        <a:gd name="connsiteY14" fmla="*/ 618110 h 887674"/>
                        <a:gd name="connsiteX15" fmla="*/ 372117 w 640052"/>
                        <a:gd name="connsiteY15" fmla="*/ 663891 h 887674"/>
                        <a:gd name="connsiteX16" fmla="*/ 346557 w 640052"/>
                        <a:gd name="connsiteY16" fmla="*/ 591578 h 887674"/>
                        <a:gd name="connsiteX17" fmla="*/ 310315 w 640052"/>
                        <a:gd name="connsiteY17" fmla="*/ 592358 h 887674"/>
                        <a:gd name="connsiteX18" fmla="*/ 310315 w 640052"/>
                        <a:gd name="connsiteY18" fmla="*/ 597734 h 887674"/>
                        <a:gd name="connsiteX19" fmla="*/ 262368 w 640052"/>
                        <a:gd name="connsiteY19" fmla="*/ 597214 h 887674"/>
                        <a:gd name="connsiteX20" fmla="*/ 262368 w 640052"/>
                        <a:gd name="connsiteY20" fmla="*/ 642820 h 887674"/>
                        <a:gd name="connsiteX21" fmla="*/ 251876 w 640052"/>
                        <a:gd name="connsiteY21" fmla="*/ 644381 h 887674"/>
                        <a:gd name="connsiteX22" fmla="*/ 251876 w 640052"/>
                        <a:gd name="connsiteY22" fmla="*/ 659641 h 887674"/>
                        <a:gd name="connsiteX23" fmla="*/ 225345 w 640052"/>
                        <a:gd name="connsiteY23" fmla="*/ 659641 h 887674"/>
                        <a:gd name="connsiteX24" fmla="*/ 225345 w 640052"/>
                        <a:gd name="connsiteY24" fmla="*/ 679756 h 887674"/>
                        <a:gd name="connsiteX25" fmla="*/ 90259 w 640052"/>
                        <a:gd name="connsiteY25" fmla="*/ 679756 h 887674"/>
                        <a:gd name="connsiteX26" fmla="*/ 90259 w 640052"/>
                        <a:gd name="connsiteY26" fmla="*/ 706808 h 887674"/>
                        <a:gd name="connsiteX27" fmla="*/ 99797 w 640052"/>
                        <a:gd name="connsiteY27" fmla="*/ 706808 h 887674"/>
                        <a:gd name="connsiteX28" fmla="*/ 100144 w 640052"/>
                        <a:gd name="connsiteY28" fmla="*/ 727444 h 887674"/>
                        <a:gd name="connsiteX29" fmla="*/ 105866 w 640052"/>
                        <a:gd name="connsiteY29" fmla="*/ 727444 h 887674"/>
                        <a:gd name="connsiteX30" fmla="*/ 105866 w 640052"/>
                        <a:gd name="connsiteY30" fmla="*/ 743918 h 887674"/>
                        <a:gd name="connsiteX31" fmla="*/ 110808 w 640052"/>
                        <a:gd name="connsiteY31" fmla="*/ 743918 h 887674"/>
                        <a:gd name="connsiteX32" fmla="*/ 110461 w 640052"/>
                        <a:gd name="connsiteY32" fmla="*/ 764207 h 887674"/>
                        <a:gd name="connsiteX33" fmla="*/ 95201 w 640052"/>
                        <a:gd name="connsiteY33" fmla="*/ 764207 h 887674"/>
                        <a:gd name="connsiteX34" fmla="*/ 95201 w 640052"/>
                        <a:gd name="connsiteY34" fmla="*/ 773744 h 887674"/>
                        <a:gd name="connsiteX35" fmla="*/ 69190 w 640052"/>
                        <a:gd name="connsiteY35" fmla="*/ 773744 h 887674"/>
                        <a:gd name="connsiteX36" fmla="*/ 69190 w 640052"/>
                        <a:gd name="connsiteY36" fmla="*/ 837212 h 887674"/>
                        <a:gd name="connsiteX37" fmla="*/ 45867 w 640052"/>
                        <a:gd name="connsiteY37" fmla="*/ 837212 h 887674"/>
                        <a:gd name="connsiteX38" fmla="*/ 45867 w 640052"/>
                        <a:gd name="connsiteY38" fmla="*/ 775651 h 887674"/>
                        <a:gd name="connsiteX39" fmla="*/ 33641 w 640052"/>
                        <a:gd name="connsiteY39" fmla="*/ 775651 h 887674"/>
                        <a:gd name="connsiteX40" fmla="*/ 33641 w 640052"/>
                        <a:gd name="connsiteY40" fmla="*/ 765334 h 887674"/>
                        <a:gd name="connsiteX41" fmla="*/ 16821 w 640052"/>
                        <a:gd name="connsiteY41" fmla="*/ 765334 h 887674"/>
                        <a:gd name="connsiteX42" fmla="*/ 16821 w 640052"/>
                        <a:gd name="connsiteY42" fmla="*/ 747386 h 887674"/>
                        <a:gd name="connsiteX43" fmla="*/ 0 w 640052"/>
                        <a:gd name="connsiteY43" fmla="*/ 747386 h 887674"/>
                        <a:gd name="connsiteX44" fmla="*/ 0 w 640052"/>
                        <a:gd name="connsiteY44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8419 w 640052"/>
                        <a:gd name="connsiteY8" fmla="*/ 668117 h 887674"/>
                        <a:gd name="connsiteX9" fmla="*/ 475086 w 640052"/>
                        <a:gd name="connsiteY9" fmla="*/ 647882 h 887674"/>
                        <a:gd name="connsiteX10" fmla="*/ 454272 w 640052"/>
                        <a:gd name="connsiteY10" fmla="*/ 620842 h 887674"/>
                        <a:gd name="connsiteX11" fmla="*/ 425025 w 640052"/>
                        <a:gd name="connsiteY11" fmla="*/ 565046 h 887674"/>
                        <a:gd name="connsiteX12" fmla="*/ 421244 w 640052"/>
                        <a:gd name="connsiteY12" fmla="*/ 564601 h 887674"/>
                        <a:gd name="connsiteX13" fmla="*/ 362548 w 640052"/>
                        <a:gd name="connsiteY13" fmla="*/ 563753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72117 w 640052"/>
                        <a:gd name="connsiteY16" fmla="*/ 663891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488419 w 640052"/>
                        <a:gd name="connsiteY8" fmla="*/ 668117 h 887674"/>
                        <a:gd name="connsiteX9" fmla="*/ 463347 w 640052"/>
                        <a:gd name="connsiteY9" fmla="*/ 647882 h 887674"/>
                        <a:gd name="connsiteX10" fmla="*/ 454272 w 640052"/>
                        <a:gd name="connsiteY10" fmla="*/ 620842 h 887674"/>
                        <a:gd name="connsiteX11" fmla="*/ 425025 w 640052"/>
                        <a:gd name="connsiteY11" fmla="*/ 565046 h 887674"/>
                        <a:gd name="connsiteX12" fmla="*/ 421244 w 640052"/>
                        <a:gd name="connsiteY12" fmla="*/ 564601 h 887674"/>
                        <a:gd name="connsiteX13" fmla="*/ 362548 w 640052"/>
                        <a:gd name="connsiteY13" fmla="*/ 563753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72117 w 640052"/>
                        <a:gd name="connsiteY16" fmla="*/ 663891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02105 w 640052"/>
                        <a:gd name="connsiteY6" fmla="*/ 315424 h 887674"/>
                        <a:gd name="connsiteX7" fmla="*/ 502105 w 640052"/>
                        <a:gd name="connsiteY7" fmla="*/ 526896 h 887674"/>
                        <a:gd name="connsiteX8" fmla="*/ 507202 w 640052"/>
                        <a:gd name="connsiteY8" fmla="*/ 654226 h 887674"/>
                        <a:gd name="connsiteX9" fmla="*/ 463347 w 640052"/>
                        <a:gd name="connsiteY9" fmla="*/ 647882 h 887674"/>
                        <a:gd name="connsiteX10" fmla="*/ 454272 w 640052"/>
                        <a:gd name="connsiteY10" fmla="*/ 620842 h 887674"/>
                        <a:gd name="connsiteX11" fmla="*/ 425025 w 640052"/>
                        <a:gd name="connsiteY11" fmla="*/ 565046 h 887674"/>
                        <a:gd name="connsiteX12" fmla="*/ 421244 w 640052"/>
                        <a:gd name="connsiteY12" fmla="*/ 564601 h 887674"/>
                        <a:gd name="connsiteX13" fmla="*/ 362548 w 640052"/>
                        <a:gd name="connsiteY13" fmla="*/ 563753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72117 w 640052"/>
                        <a:gd name="connsiteY16" fmla="*/ 663891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84908 w 640052"/>
                        <a:gd name="connsiteY5" fmla="*/ 315424 h 887674"/>
                        <a:gd name="connsiteX6" fmla="*/ 516192 w 640052"/>
                        <a:gd name="connsiteY6" fmla="*/ 329314 h 887674"/>
                        <a:gd name="connsiteX7" fmla="*/ 502105 w 640052"/>
                        <a:gd name="connsiteY7" fmla="*/ 526896 h 887674"/>
                        <a:gd name="connsiteX8" fmla="*/ 507202 w 640052"/>
                        <a:gd name="connsiteY8" fmla="*/ 654226 h 887674"/>
                        <a:gd name="connsiteX9" fmla="*/ 463347 w 640052"/>
                        <a:gd name="connsiteY9" fmla="*/ 647882 h 887674"/>
                        <a:gd name="connsiteX10" fmla="*/ 454272 w 640052"/>
                        <a:gd name="connsiteY10" fmla="*/ 620842 h 887674"/>
                        <a:gd name="connsiteX11" fmla="*/ 425025 w 640052"/>
                        <a:gd name="connsiteY11" fmla="*/ 565046 h 887674"/>
                        <a:gd name="connsiteX12" fmla="*/ 421244 w 640052"/>
                        <a:gd name="connsiteY12" fmla="*/ 564601 h 887674"/>
                        <a:gd name="connsiteX13" fmla="*/ 362548 w 640052"/>
                        <a:gd name="connsiteY13" fmla="*/ 563753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72117 w 640052"/>
                        <a:gd name="connsiteY16" fmla="*/ 663891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640052 w 640052"/>
                        <a:gd name="connsiteY3" fmla="*/ 86872 h 887674"/>
                        <a:gd name="connsiteX4" fmla="*/ 584908 w 640052"/>
                        <a:gd name="connsiteY4" fmla="*/ 86872 h 887674"/>
                        <a:gd name="connsiteX5" fmla="*/ 596647 w 640052"/>
                        <a:gd name="connsiteY5" fmla="*/ 331630 h 887674"/>
                        <a:gd name="connsiteX6" fmla="*/ 516192 w 640052"/>
                        <a:gd name="connsiteY6" fmla="*/ 329314 h 887674"/>
                        <a:gd name="connsiteX7" fmla="*/ 502105 w 640052"/>
                        <a:gd name="connsiteY7" fmla="*/ 526896 h 887674"/>
                        <a:gd name="connsiteX8" fmla="*/ 507202 w 640052"/>
                        <a:gd name="connsiteY8" fmla="*/ 654226 h 887674"/>
                        <a:gd name="connsiteX9" fmla="*/ 463347 w 640052"/>
                        <a:gd name="connsiteY9" fmla="*/ 647882 h 887674"/>
                        <a:gd name="connsiteX10" fmla="*/ 454272 w 640052"/>
                        <a:gd name="connsiteY10" fmla="*/ 620842 h 887674"/>
                        <a:gd name="connsiteX11" fmla="*/ 425025 w 640052"/>
                        <a:gd name="connsiteY11" fmla="*/ 565046 h 887674"/>
                        <a:gd name="connsiteX12" fmla="*/ 421244 w 640052"/>
                        <a:gd name="connsiteY12" fmla="*/ 564601 h 887674"/>
                        <a:gd name="connsiteX13" fmla="*/ 362548 w 640052"/>
                        <a:gd name="connsiteY13" fmla="*/ 563753 h 887674"/>
                        <a:gd name="connsiteX14" fmla="*/ 358523 w 640052"/>
                        <a:gd name="connsiteY14" fmla="*/ 626260 h 887674"/>
                        <a:gd name="connsiteX15" fmla="*/ 355748 w 640052"/>
                        <a:gd name="connsiteY15" fmla="*/ 618110 h 887674"/>
                        <a:gd name="connsiteX16" fmla="*/ 372117 w 640052"/>
                        <a:gd name="connsiteY16" fmla="*/ 663891 h 887674"/>
                        <a:gd name="connsiteX17" fmla="*/ 346557 w 640052"/>
                        <a:gd name="connsiteY17" fmla="*/ 591578 h 887674"/>
                        <a:gd name="connsiteX18" fmla="*/ 310315 w 640052"/>
                        <a:gd name="connsiteY18" fmla="*/ 592358 h 887674"/>
                        <a:gd name="connsiteX19" fmla="*/ 310315 w 640052"/>
                        <a:gd name="connsiteY19" fmla="*/ 597734 h 887674"/>
                        <a:gd name="connsiteX20" fmla="*/ 262368 w 640052"/>
                        <a:gd name="connsiteY20" fmla="*/ 597214 h 887674"/>
                        <a:gd name="connsiteX21" fmla="*/ 262368 w 640052"/>
                        <a:gd name="connsiteY21" fmla="*/ 642820 h 887674"/>
                        <a:gd name="connsiteX22" fmla="*/ 251876 w 640052"/>
                        <a:gd name="connsiteY22" fmla="*/ 644381 h 887674"/>
                        <a:gd name="connsiteX23" fmla="*/ 251876 w 640052"/>
                        <a:gd name="connsiteY23" fmla="*/ 659641 h 887674"/>
                        <a:gd name="connsiteX24" fmla="*/ 225345 w 640052"/>
                        <a:gd name="connsiteY24" fmla="*/ 659641 h 887674"/>
                        <a:gd name="connsiteX25" fmla="*/ 225345 w 640052"/>
                        <a:gd name="connsiteY25" fmla="*/ 679756 h 887674"/>
                        <a:gd name="connsiteX26" fmla="*/ 90259 w 640052"/>
                        <a:gd name="connsiteY26" fmla="*/ 679756 h 887674"/>
                        <a:gd name="connsiteX27" fmla="*/ 90259 w 640052"/>
                        <a:gd name="connsiteY27" fmla="*/ 706808 h 887674"/>
                        <a:gd name="connsiteX28" fmla="*/ 99797 w 640052"/>
                        <a:gd name="connsiteY28" fmla="*/ 706808 h 887674"/>
                        <a:gd name="connsiteX29" fmla="*/ 100144 w 640052"/>
                        <a:gd name="connsiteY29" fmla="*/ 727444 h 887674"/>
                        <a:gd name="connsiteX30" fmla="*/ 105866 w 640052"/>
                        <a:gd name="connsiteY30" fmla="*/ 727444 h 887674"/>
                        <a:gd name="connsiteX31" fmla="*/ 105866 w 640052"/>
                        <a:gd name="connsiteY31" fmla="*/ 743918 h 887674"/>
                        <a:gd name="connsiteX32" fmla="*/ 110808 w 640052"/>
                        <a:gd name="connsiteY32" fmla="*/ 743918 h 887674"/>
                        <a:gd name="connsiteX33" fmla="*/ 110461 w 640052"/>
                        <a:gd name="connsiteY33" fmla="*/ 764207 h 887674"/>
                        <a:gd name="connsiteX34" fmla="*/ 95201 w 640052"/>
                        <a:gd name="connsiteY34" fmla="*/ 764207 h 887674"/>
                        <a:gd name="connsiteX35" fmla="*/ 95201 w 640052"/>
                        <a:gd name="connsiteY35" fmla="*/ 773744 h 887674"/>
                        <a:gd name="connsiteX36" fmla="*/ 69190 w 640052"/>
                        <a:gd name="connsiteY36" fmla="*/ 773744 h 887674"/>
                        <a:gd name="connsiteX37" fmla="*/ 69190 w 640052"/>
                        <a:gd name="connsiteY37" fmla="*/ 837212 h 887674"/>
                        <a:gd name="connsiteX38" fmla="*/ 45867 w 640052"/>
                        <a:gd name="connsiteY38" fmla="*/ 837212 h 887674"/>
                        <a:gd name="connsiteX39" fmla="*/ 45867 w 640052"/>
                        <a:gd name="connsiteY39" fmla="*/ 775651 h 887674"/>
                        <a:gd name="connsiteX40" fmla="*/ 33641 w 640052"/>
                        <a:gd name="connsiteY40" fmla="*/ 775651 h 887674"/>
                        <a:gd name="connsiteX41" fmla="*/ 33641 w 640052"/>
                        <a:gd name="connsiteY41" fmla="*/ 765334 h 887674"/>
                        <a:gd name="connsiteX42" fmla="*/ 16821 w 640052"/>
                        <a:gd name="connsiteY42" fmla="*/ 765334 h 887674"/>
                        <a:gd name="connsiteX43" fmla="*/ 16821 w 640052"/>
                        <a:gd name="connsiteY43" fmla="*/ 747386 h 887674"/>
                        <a:gd name="connsiteX44" fmla="*/ 0 w 640052"/>
                        <a:gd name="connsiteY44" fmla="*/ 747386 h 887674"/>
                        <a:gd name="connsiteX45" fmla="*/ 0 w 640052"/>
                        <a:gd name="connsiteY45" fmla="*/ 887674 h 887674"/>
                        <a:gd name="connsiteX0" fmla="*/ 587260 w 640052"/>
                        <a:gd name="connsiteY0" fmla="*/ 7408 h 887674"/>
                        <a:gd name="connsiteX1" fmla="*/ 586208 w 640052"/>
                        <a:gd name="connsiteY1" fmla="*/ 46121 h 887674"/>
                        <a:gd name="connsiteX2" fmla="*/ 640052 w 640052"/>
                        <a:gd name="connsiteY2" fmla="*/ 46121 h 887674"/>
                        <a:gd name="connsiteX3" fmla="*/ 584908 w 640052"/>
                        <a:gd name="connsiteY3" fmla="*/ 86872 h 887674"/>
                        <a:gd name="connsiteX4" fmla="*/ 596647 w 640052"/>
                        <a:gd name="connsiteY4" fmla="*/ 331630 h 887674"/>
                        <a:gd name="connsiteX5" fmla="*/ 516192 w 640052"/>
                        <a:gd name="connsiteY5" fmla="*/ 329314 h 887674"/>
                        <a:gd name="connsiteX6" fmla="*/ 502105 w 640052"/>
                        <a:gd name="connsiteY6" fmla="*/ 526896 h 887674"/>
                        <a:gd name="connsiteX7" fmla="*/ 507202 w 640052"/>
                        <a:gd name="connsiteY7" fmla="*/ 654226 h 887674"/>
                        <a:gd name="connsiteX8" fmla="*/ 463347 w 640052"/>
                        <a:gd name="connsiteY8" fmla="*/ 647882 h 887674"/>
                        <a:gd name="connsiteX9" fmla="*/ 454272 w 640052"/>
                        <a:gd name="connsiteY9" fmla="*/ 620842 h 887674"/>
                        <a:gd name="connsiteX10" fmla="*/ 425025 w 640052"/>
                        <a:gd name="connsiteY10" fmla="*/ 565046 h 887674"/>
                        <a:gd name="connsiteX11" fmla="*/ 421244 w 640052"/>
                        <a:gd name="connsiteY11" fmla="*/ 564601 h 887674"/>
                        <a:gd name="connsiteX12" fmla="*/ 362548 w 640052"/>
                        <a:gd name="connsiteY12" fmla="*/ 563753 h 887674"/>
                        <a:gd name="connsiteX13" fmla="*/ 358523 w 640052"/>
                        <a:gd name="connsiteY13" fmla="*/ 626260 h 887674"/>
                        <a:gd name="connsiteX14" fmla="*/ 355748 w 640052"/>
                        <a:gd name="connsiteY14" fmla="*/ 618110 h 887674"/>
                        <a:gd name="connsiteX15" fmla="*/ 372117 w 640052"/>
                        <a:gd name="connsiteY15" fmla="*/ 663891 h 887674"/>
                        <a:gd name="connsiteX16" fmla="*/ 346557 w 640052"/>
                        <a:gd name="connsiteY16" fmla="*/ 591578 h 887674"/>
                        <a:gd name="connsiteX17" fmla="*/ 310315 w 640052"/>
                        <a:gd name="connsiteY17" fmla="*/ 592358 h 887674"/>
                        <a:gd name="connsiteX18" fmla="*/ 310315 w 640052"/>
                        <a:gd name="connsiteY18" fmla="*/ 597734 h 887674"/>
                        <a:gd name="connsiteX19" fmla="*/ 262368 w 640052"/>
                        <a:gd name="connsiteY19" fmla="*/ 597214 h 887674"/>
                        <a:gd name="connsiteX20" fmla="*/ 262368 w 640052"/>
                        <a:gd name="connsiteY20" fmla="*/ 642820 h 887674"/>
                        <a:gd name="connsiteX21" fmla="*/ 251876 w 640052"/>
                        <a:gd name="connsiteY21" fmla="*/ 644381 h 887674"/>
                        <a:gd name="connsiteX22" fmla="*/ 251876 w 640052"/>
                        <a:gd name="connsiteY22" fmla="*/ 659641 h 887674"/>
                        <a:gd name="connsiteX23" fmla="*/ 225345 w 640052"/>
                        <a:gd name="connsiteY23" fmla="*/ 659641 h 887674"/>
                        <a:gd name="connsiteX24" fmla="*/ 225345 w 640052"/>
                        <a:gd name="connsiteY24" fmla="*/ 679756 h 887674"/>
                        <a:gd name="connsiteX25" fmla="*/ 90259 w 640052"/>
                        <a:gd name="connsiteY25" fmla="*/ 679756 h 887674"/>
                        <a:gd name="connsiteX26" fmla="*/ 90259 w 640052"/>
                        <a:gd name="connsiteY26" fmla="*/ 706808 h 887674"/>
                        <a:gd name="connsiteX27" fmla="*/ 99797 w 640052"/>
                        <a:gd name="connsiteY27" fmla="*/ 706808 h 887674"/>
                        <a:gd name="connsiteX28" fmla="*/ 100144 w 640052"/>
                        <a:gd name="connsiteY28" fmla="*/ 727444 h 887674"/>
                        <a:gd name="connsiteX29" fmla="*/ 105866 w 640052"/>
                        <a:gd name="connsiteY29" fmla="*/ 727444 h 887674"/>
                        <a:gd name="connsiteX30" fmla="*/ 105866 w 640052"/>
                        <a:gd name="connsiteY30" fmla="*/ 743918 h 887674"/>
                        <a:gd name="connsiteX31" fmla="*/ 110808 w 640052"/>
                        <a:gd name="connsiteY31" fmla="*/ 743918 h 887674"/>
                        <a:gd name="connsiteX32" fmla="*/ 110461 w 640052"/>
                        <a:gd name="connsiteY32" fmla="*/ 764207 h 887674"/>
                        <a:gd name="connsiteX33" fmla="*/ 95201 w 640052"/>
                        <a:gd name="connsiteY33" fmla="*/ 764207 h 887674"/>
                        <a:gd name="connsiteX34" fmla="*/ 95201 w 640052"/>
                        <a:gd name="connsiteY34" fmla="*/ 773744 h 887674"/>
                        <a:gd name="connsiteX35" fmla="*/ 69190 w 640052"/>
                        <a:gd name="connsiteY35" fmla="*/ 773744 h 887674"/>
                        <a:gd name="connsiteX36" fmla="*/ 69190 w 640052"/>
                        <a:gd name="connsiteY36" fmla="*/ 837212 h 887674"/>
                        <a:gd name="connsiteX37" fmla="*/ 45867 w 640052"/>
                        <a:gd name="connsiteY37" fmla="*/ 837212 h 887674"/>
                        <a:gd name="connsiteX38" fmla="*/ 45867 w 640052"/>
                        <a:gd name="connsiteY38" fmla="*/ 775651 h 887674"/>
                        <a:gd name="connsiteX39" fmla="*/ 33641 w 640052"/>
                        <a:gd name="connsiteY39" fmla="*/ 775651 h 887674"/>
                        <a:gd name="connsiteX40" fmla="*/ 33641 w 640052"/>
                        <a:gd name="connsiteY40" fmla="*/ 765334 h 887674"/>
                        <a:gd name="connsiteX41" fmla="*/ 16821 w 640052"/>
                        <a:gd name="connsiteY41" fmla="*/ 765334 h 887674"/>
                        <a:gd name="connsiteX42" fmla="*/ 16821 w 640052"/>
                        <a:gd name="connsiteY42" fmla="*/ 747386 h 887674"/>
                        <a:gd name="connsiteX43" fmla="*/ 0 w 640052"/>
                        <a:gd name="connsiteY43" fmla="*/ 747386 h 887674"/>
                        <a:gd name="connsiteX44" fmla="*/ 0 w 640052"/>
                        <a:gd name="connsiteY44" fmla="*/ 887674 h 887674"/>
                        <a:gd name="connsiteX0" fmla="*/ 587260 w 596647"/>
                        <a:gd name="connsiteY0" fmla="*/ 7408 h 887674"/>
                        <a:gd name="connsiteX1" fmla="*/ 586208 w 596647"/>
                        <a:gd name="connsiteY1" fmla="*/ 46121 h 887674"/>
                        <a:gd name="connsiteX2" fmla="*/ 584908 w 596647"/>
                        <a:gd name="connsiteY2" fmla="*/ 86872 h 887674"/>
                        <a:gd name="connsiteX3" fmla="*/ 596647 w 596647"/>
                        <a:gd name="connsiteY3" fmla="*/ 331630 h 887674"/>
                        <a:gd name="connsiteX4" fmla="*/ 516192 w 596647"/>
                        <a:gd name="connsiteY4" fmla="*/ 329314 h 887674"/>
                        <a:gd name="connsiteX5" fmla="*/ 502105 w 596647"/>
                        <a:gd name="connsiteY5" fmla="*/ 526896 h 887674"/>
                        <a:gd name="connsiteX6" fmla="*/ 507202 w 596647"/>
                        <a:gd name="connsiteY6" fmla="*/ 654226 h 887674"/>
                        <a:gd name="connsiteX7" fmla="*/ 463347 w 596647"/>
                        <a:gd name="connsiteY7" fmla="*/ 647882 h 887674"/>
                        <a:gd name="connsiteX8" fmla="*/ 454272 w 596647"/>
                        <a:gd name="connsiteY8" fmla="*/ 620842 h 887674"/>
                        <a:gd name="connsiteX9" fmla="*/ 425025 w 596647"/>
                        <a:gd name="connsiteY9" fmla="*/ 565046 h 887674"/>
                        <a:gd name="connsiteX10" fmla="*/ 421244 w 596647"/>
                        <a:gd name="connsiteY10" fmla="*/ 564601 h 887674"/>
                        <a:gd name="connsiteX11" fmla="*/ 362548 w 596647"/>
                        <a:gd name="connsiteY11" fmla="*/ 563753 h 887674"/>
                        <a:gd name="connsiteX12" fmla="*/ 358523 w 596647"/>
                        <a:gd name="connsiteY12" fmla="*/ 626260 h 887674"/>
                        <a:gd name="connsiteX13" fmla="*/ 355748 w 596647"/>
                        <a:gd name="connsiteY13" fmla="*/ 618110 h 887674"/>
                        <a:gd name="connsiteX14" fmla="*/ 372117 w 596647"/>
                        <a:gd name="connsiteY14" fmla="*/ 663891 h 887674"/>
                        <a:gd name="connsiteX15" fmla="*/ 346557 w 596647"/>
                        <a:gd name="connsiteY15" fmla="*/ 591578 h 887674"/>
                        <a:gd name="connsiteX16" fmla="*/ 310315 w 596647"/>
                        <a:gd name="connsiteY16" fmla="*/ 592358 h 887674"/>
                        <a:gd name="connsiteX17" fmla="*/ 310315 w 596647"/>
                        <a:gd name="connsiteY17" fmla="*/ 597734 h 887674"/>
                        <a:gd name="connsiteX18" fmla="*/ 262368 w 596647"/>
                        <a:gd name="connsiteY18" fmla="*/ 597214 h 887674"/>
                        <a:gd name="connsiteX19" fmla="*/ 262368 w 596647"/>
                        <a:gd name="connsiteY19" fmla="*/ 642820 h 887674"/>
                        <a:gd name="connsiteX20" fmla="*/ 251876 w 596647"/>
                        <a:gd name="connsiteY20" fmla="*/ 644381 h 887674"/>
                        <a:gd name="connsiteX21" fmla="*/ 251876 w 596647"/>
                        <a:gd name="connsiteY21" fmla="*/ 659641 h 887674"/>
                        <a:gd name="connsiteX22" fmla="*/ 225345 w 596647"/>
                        <a:gd name="connsiteY22" fmla="*/ 659641 h 887674"/>
                        <a:gd name="connsiteX23" fmla="*/ 225345 w 596647"/>
                        <a:gd name="connsiteY23" fmla="*/ 679756 h 887674"/>
                        <a:gd name="connsiteX24" fmla="*/ 90259 w 596647"/>
                        <a:gd name="connsiteY24" fmla="*/ 679756 h 887674"/>
                        <a:gd name="connsiteX25" fmla="*/ 90259 w 596647"/>
                        <a:gd name="connsiteY25" fmla="*/ 706808 h 887674"/>
                        <a:gd name="connsiteX26" fmla="*/ 99797 w 596647"/>
                        <a:gd name="connsiteY26" fmla="*/ 706808 h 887674"/>
                        <a:gd name="connsiteX27" fmla="*/ 100144 w 596647"/>
                        <a:gd name="connsiteY27" fmla="*/ 727444 h 887674"/>
                        <a:gd name="connsiteX28" fmla="*/ 105866 w 596647"/>
                        <a:gd name="connsiteY28" fmla="*/ 727444 h 887674"/>
                        <a:gd name="connsiteX29" fmla="*/ 105866 w 596647"/>
                        <a:gd name="connsiteY29" fmla="*/ 743918 h 887674"/>
                        <a:gd name="connsiteX30" fmla="*/ 110808 w 596647"/>
                        <a:gd name="connsiteY30" fmla="*/ 743918 h 887674"/>
                        <a:gd name="connsiteX31" fmla="*/ 110461 w 596647"/>
                        <a:gd name="connsiteY31" fmla="*/ 764207 h 887674"/>
                        <a:gd name="connsiteX32" fmla="*/ 95201 w 596647"/>
                        <a:gd name="connsiteY32" fmla="*/ 764207 h 887674"/>
                        <a:gd name="connsiteX33" fmla="*/ 95201 w 596647"/>
                        <a:gd name="connsiteY33" fmla="*/ 773744 h 887674"/>
                        <a:gd name="connsiteX34" fmla="*/ 69190 w 596647"/>
                        <a:gd name="connsiteY34" fmla="*/ 773744 h 887674"/>
                        <a:gd name="connsiteX35" fmla="*/ 69190 w 596647"/>
                        <a:gd name="connsiteY35" fmla="*/ 837212 h 887674"/>
                        <a:gd name="connsiteX36" fmla="*/ 45867 w 596647"/>
                        <a:gd name="connsiteY36" fmla="*/ 837212 h 887674"/>
                        <a:gd name="connsiteX37" fmla="*/ 45867 w 596647"/>
                        <a:gd name="connsiteY37" fmla="*/ 775651 h 887674"/>
                        <a:gd name="connsiteX38" fmla="*/ 33641 w 596647"/>
                        <a:gd name="connsiteY38" fmla="*/ 775651 h 887674"/>
                        <a:gd name="connsiteX39" fmla="*/ 33641 w 596647"/>
                        <a:gd name="connsiteY39" fmla="*/ 765334 h 887674"/>
                        <a:gd name="connsiteX40" fmla="*/ 16821 w 596647"/>
                        <a:gd name="connsiteY40" fmla="*/ 765334 h 887674"/>
                        <a:gd name="connsiteX41" fmla="*/ 16821 w 596647"/>
                        <a:gd name="connsiteY41" fmla="*/ 747386 h 887674"/>
                        <a:gd name="connsiteX42" fmla="*/ 0 w 596647"/>
                        <a:gd name="connsiteY42" fmla="*/ 747386 h 887674"/>
                        <a:gd name="connsiteX43" fmla="*/ 0 w 596647"/>
                        <a:gd name="connsiteY43" fmla="*/ 887674 h 887674"/>
                        <a:gd name="connsiteX0" fmla="*/ 587260 w 596647"/>
                        <a:gd name="connsiteY0" fmla="*/ 7408 h 887674"/>
                        <a:gd name="connsiteX1" fmla="*/ 586208 w 596647"/>
                        <a:gd name="connsiteY1" fmla="*/ 46121 h 887674"/>
                        <a:gd name="connsiteX2" fmla="*/ 584908 w 596647"/>
                        <a:gd name="connsiteY2" fmla="*/ 86872 h 887674"/>
                        <a:gd name="connsiteX3" fmla="*/ 596647 w 596647"/>
                        <a:gd name="connsiteY3" fmla="*/ 331630 h 887674"/>
                        <a:gd name="connsiteX4" fmla="*/ 516192 w 596647"/>
                        <a:gd name="connsiteY4" fmla="*/ 329314 h 887674"/>
                        <a:gd name="connsiteX5" fmla="*/ 502105 w 596647"/>
                        <a:gd name="connsiteY5" fmla="*/ 526896 h 887674"/>
                        <a:gd name="connsiteX6" fmla="*/ 507202 w 596647"/>
                        <a:gd name="connsiteY6" fmla="*/ 654226 h 887674"/>
                        <a:gd name="connsiteX7" fmla="*/ 463347 w 596647"/>
                        <a:gd name="connsiteY7" fmla="*/ 647882 h 887674"/>
                        <a:gd name="connsiteX8" fmla="*/ 454272 w 596647"/>
                        <a:gd name="connsiteY8" fmla="*/ 620842 h 887674"/>
                        <a:gd name="connsiteX9" fmla="*/ 425025 w 596647"/>
                        <a:gd name="connsiteY9" fmla="*/ 565046 h 887674"/>
                        <a:gd name="connsiteX10" fmla="*/ 421244 w 596647"/>
                        <a:gd name="connsiteY10" fmla="*/ 564601 h 887674"/>
                        <a:gd name="connsiteX11" fmla="*/ 362548 w 596647"/>
                        <a:gd name="connsiteY11" fmla="*/ 563753 h 887674"/>
                        <a:gd name="connsiteX12" fmla="*/ 358523 w 596647"/>
                        <a:gd name="connsiteY12" fmla="*/ 626260 h 887674"/>
                        <a:gd name="connsiteX13" fmla="*/ 355748 w 596647"/>
                        <a:gd name="connsiteY13" fmla="*/ 618110 h 887674"/>
                        <a:gd name="connsiteX14" fmla="*/ 346557 w 596647"/>
                        <a:gd name="connsiteY14" fmla="*/ 591578 h 887674"/>
                        <a:gd name="connsiteX15" fmla="*/ 310315 w 596647"/>
                        <a:gd name="connsiteY15" fmla="*/ 592358 h 887674"/>
                        <a:gd name="connsiteX16" fmla="*/ 310315 w 596647"/>
                        <a:gd name="connsiteY16" fmla="*/ 597734 h 887674"/>
                        <a:gd name="connsiteX17" fmla="*/ 262368 w 596647"/>
                        <a:gd name="connsiteY17" fmla="*/ 597214 h 887674"/>
                        <a:gd name="connsiteX18" fmla="*/ 262368 w 596647"/>
                        <a:gd name="connsiteY18" fmla="*/ 642820 h 887674"/>
                        <a:gd name="connsiteX19" fmla="*/ 251876 w 596647"/>
                        <a:gd name="connsiteY19" fmla="*/ 644381 h 887674"/>
                        <a:gd name="connsiteX20" fmla="*/ 251876 w 596647"/>
                        <a:gd name="connsiteY20" fmla="*/ 659641 h 887674"/>
                        <a:gd name="connsiteX21" fmla="*/ 225345 w 596647"/>
                        <a:gd name="connsiteY21" fmla="*/ 659641 h 887674"/>
                        <a:gd name="connsiteX22" fmla="*/ 225345 w 596647"/>
                        <a:gd name="connsiteY22" fmla="*/ 679756 h 887674"/>
                        <a:gd name="connsiteX23" fmla="*/ 90259 w 596647"/>
                        <a:gd name="connsiteY23" fmla="*/ 679756 h 887674"/>
                        <a:gd name="connsiteX24" fmla="*/ 90259 w 596647"/>
                        <a:gd name="connsiteY24" fmla="*/ 706808 h 887674"/>
                        <a:gd name="connsiteX25" fmla="*/ 99797 w 596647"/>
                        <a:gd name="connsiteY25" fmla="*/ 706808 h 887674"/>
                        <a:gd name="connsiteX26" fmla="*/ 100144 w 596647"/>
                        <a:gd name="connsiteY26" fmla="*/ 727444 h 887674"/>
                        <a:gd name="connsiteX27" fmla="*/ 105866 w 596647"/>
                        <a:gd name="connsiteY27" fmla="*/ 727444 h 887674"/>
                        <a:gd name="connsiteX28" fmla="*/ 105866 w 596647"/>
                        <a:gd name="connsiteY28" fmla="*/ 743918 h 887674"/>
                        <a:gd name="connsiteX29" fmla="*/ 110808 w 596647"/>
                        <a:gd name="connsiteY29" fmla="*/ 743918 h 887674"/>
                        <a:gd name="connsiteX30" fmla="*/ 110461 w 596647"/>
                        <a:gd name="connsiteY30" fmla="*/ 764207 h 887674"/>
                        <a:gd name="connsiteX31" fmla="*/ 95201 w 596647"/>
                        <a:gd name="connsiteY31" fmla="*/ 764207 h 887674"/>
                        <a:gd name="connsiteX32" fmla="*/ 95201 w 596647"/>
                        <a:gd name="connsiteY32" fmla="*/ 773744 h 887674"/>
                        <a:gd name="connsiteX33" fmla="*/ 69190 w 596647"/>
                        <a:gd name="connsiteY33" fmla="*/ 773744 h 887674"/>
                        <a:gd name="connsiteX34" fmla="*/ 69190 w 596647"/>
                        <a:gd name="connsiteY34" fmla="*/ 837212 h 887674"/>
                        <a:gd name="connsiteX35" fmla="*/ 45867 w 596647"/>
                        <a:gd name="connsiteY35" fmla="*/ 837212 h 887674"/>
                        <a:gd name="connsiteX36" fmla="*/ 45867 w 596647"/>
                        <a:gd name="connsiteY36" fmla="*/ 775651 h 887674"/>
                        <a:gd name="connsiteX37" fmla="*/ 33641 w 596647"/>
                        <a:gd name="connsiteY37" fmla="*/ 775651 h 887674"/>
                        <a:gd name="connsiteX38" fmla="*/ 33641 w 596647"/>
                        <a:gd name="connsiteY38" fmla="*/ 765334 h 887674"/>
                        <a:gd name="connsiteX39" fmla="*/ 16821 w 596647"/>
                        <a:gd name="connsiteY39" fmla="*/ 765334 h 887674"/>
                        <a:gd name="connsiteX40" fmla="*/ 16821 w 596647"/>
                        <a:gd name="connsiteY40" fmla="*/ 747386 h 887674"/>
                        <a:gd name="connsiteX41" fmla="*/ 0 w 596647"/>
                        <a:gd name="connsiteY41" fmla="*/ 747386 h 887674"/>
                        <a:gd name="connsiteX42" fmla="*/ 0 w 596647"/>
                        <a:gd name="connsiteY42" fmla="*/ 887674 h 887674"/>
                        <a:gd name="connsiteX0" fmla="*/ 587260 w 596647"/>
                        <a:gd name="connsiteY0" fmla="*/ 7408 h 887674"/>
                        <a:gd name="connsiteX1" fmla="*/ 586208 w 596647"/>
                        <a:gd name="connsiteY1" fmla="*/ 46121 h 887674"/>
                        <a:gd name="connsiteX2" fmla="*/ 584908 w 596647"/>
                        <a:gd name="connsiteY2" fmla="*/ 86872 h 887674"/>
                        <a:gd name="connsiteX3" fmla="*/ 596647 w 596647"/>
                        <a:gd name="connsiteY3" fmla="*/ 331630 h 887674"/>
                        <a:gd name="connsiteX4" fmla="*/ 516192 w 596647"/>
                        <a:gd name="connsiteY4" fmla="*/ 329314 h 887674"/>
                        <a:gd name="connsiteX5" fmla="*/ 502105 w 596647"/>
                        <a:gd name="connsiteY5" fmla="*/ 526896 h 887674"/>
                        <a:gd name="connsiteX6" fmla="*/ 507202 w 596647"/>
                        <a:gd name="connsiteY6" fmla="*/ 654226 h 887674"/>
                        <a:gd name="connsiteX7" fmla="*/ 463347 w 596647"/>
                        <a:gd name="connsiteY7" fmla="*/ 647882 h 887674"/>
                        <a:gd name="connsiteX8" fmla="*/ 454272 w 596647"/>
                        <a:gd name="connsiteY8" fmla="*/ 620842 h 887674"/>
                        <a:gd name="connsiteX9" fmla="*/ 425025 w 596647"/>
                        <a:gd name="connsiteY9" fmla="*/ 565046 h 887674"/>
                        <a:gd name="connsiteX10" fmla="*/ 421244 w 596647"/>
                        <a:gd name="connsiteY10" fmla="*/ 564601 h 887674"/>
                        <a:gd name="connsiteX11" fmla="*/ 362548 w 596647"/>
                        <a:gd name="connsiteY11" fmla="*/ 563753 h 887674"/>
                        <a:gd name="connsiteX12" fmla="*/ 358523 w 596647"/>
                        <a:gd name="connsiteY12" fmla="*/ 626260 h 887674"/>
                        <a:gd name="connsiteX13" fmla="*/ 346557 w 596647"/>
                        <a:gd name="connsiteY13" fmla="*/ 591578 h 887674"/>
                        <a:gd name="connsiteX14" fmla="*/ 310315 w 596647"/>
                        <a:gd name="connsiteY14" fmla="*/ 592358 h 887674"/>
                        <a:gd name="connsiteX15" fmla="*/ 310315 w 596647"/>
                        <a:gd name="connsiteY15" fmla="*/ 597734 h 887674"/>
                        <a:gd name="connsiteX16" fmla="*/ 262368 w 596647"/>
                        <a:gd name="connsiteY16" fmla="*/ 597214 h 887674"/>
                        <a:gd name="connsiteX17" fmla="*/ 262368 w 596647"/>
                        <a:gd name="connsiteY17" fmla="*/ 642820 h 887674"/>
                        <a:gd name="connsiteX18" fmla="*/ 251876 w 596647"/>
                        <a:gd name="connsiteY18" fmla="*/ 644381 h 887674"/>
                        <a:gd name="connsiteX19" fmla="*/ 251876 w 596647"/>
                        <a:gd name="connsiteY19" fmla="*/ 659641 h 887674"/>
                        <a:gd name="connsiteX20" fmla="*/ 225345 w 596647"/>
                        <a:gd name="connsiteY20" fmla="*/ 659641 h 887674"/>
                        <a:gd name="connsiteX21" fmla="*/ 225345 w 596647"/>
                        <a:gd name="connsiteY21" fmla="*/ 679756 h 887674"/>
                        <a:gd name="connsiteX22" fmla="*/ 90259 w 596647"/>
                        <a:gd name="connsiteY22" fmla="*/ 679756 h 887674"/>
                        <a:gd name="connsiteX23" fmla="*/ 90259 w 596647"/>
                        <a:gd name="connsiteY23" fmla="*/ 706808 h 887674"/>
                        <a:gd name="connsiteX24" fmla="*/ 99797 w 596647"/>
                        <a:gd name="connsiteY24" fmla="*/ 706808 h 887674"/>
                        <a:gd name="connsiteX25" fmla="*/ 100144 w 596647"/>
                        <a:gd name="connsiteY25" fmla="*/ 727444 h 887674"/>
                        <a:gd name="connsiteX26" fmla="*/ 105866 w 596647"/>
                        <a:gd name="connsiteY26" fmla="*/ 727444 h 887674"/>
                        <a:gd name="connsiteX27" fmla="*/ 105866 w 596647"/>
                        <a:gd name="connsiteY27" fmla="*/ 743918 h 887674"/>
                        <a:gd name="connsiteX28" fmla="*/ 110808 w 596647"/>
                        <a:gd name="connsiteY28" fmla="*/ 743918 h 887674"/>
                        <a:gd name="connsiteX29" fmla="*/ 110461 w 596647"/>
                        <a:gd name="connsiteY29" fmla="*/ 764207 h 887674"/>
                        <a:gd name="connsiteX30" fmla="*/ 95201 w 596647"/>
                        <a:gd name="connsiteY30" fmla="*/ 764207 h 887674"/>
                        <a:gd name="connsiteX31" fmla="*/ 95201 w 596647"/>
                        <a:gd name="connsiteY31" fmla="*/ 773744 h 887674"/>
                        <a:gd name="connsiteX32" fmla="*/ 69190 w 596647"/>
                        <a:gd name="connsiteY32" fmla="*/ 773744 h 887674"/>
                        <a:gd name="connsiteX33" fmla="*/ 69190 w 596647"/>
                        <a:gd name="connsiteY33" fmla="*/ 837212 h 887674"/>
                        <a:gd name="connsiteX34" fmla="*/ 45867 w 596647"/>
                        <a:gd name="connsiteY34" fmla="*/ 837212 h 887674"/>
                        <a:gd name="connsiteX35" fmla="*/ 45867 w 596647"/>
                        <a:gd name="connsiteY35" fmla="*/ 775651 h 887674"/>
                        <a:gd name="connsiteX36" fmla="*/ 33641 w 596647"/>
                        <a:gd name="connsiteY36" fmla="*/ 775651 h 887674"/>
                        <a:gd name="connsiteX37" fmla="*/ 33641 w 596647"/>
                        <a:gd name="connsiteY37" fmla="*/ 765334 h 887674"/>
                        <a:gd name="connsiteX38" fmla="*/ 16821 w 596647"/>
                        <a:gd name="connsiteY38" fmla="*/ 765334 h 887674"/>
                        <a:gd name="connsiteX39" fmla="*/ 16821 w 596647"/>
                        <a:gd name="connsiteY39" fmla="*/ 747386 h 887674"/>
                        <a:gd name="connsiteX40" fmla="*/ 0 w 596647"/>
                        <a:gd name="connsiteY40" fmla="*/ 747386 h 887674"/>
                        <a:gd name="connsiteX41" fmla="*/ 0 w 596647"/>
                        <a:gd name="connsiteY41" fmla="*/ 887674 h 887674"/>
                        <a:gd name="connsiteX0" fmla="*/ 587260 w 596647"/>
                        <a:gd name="connsiteY0" fmla="*/ 7408 h 887674"/>
                        <a:gd name="connsiteX1" fmla="*/ 586208 w 596647"/>
                        <a:gd name="connsiteY1" fmla="*/ 46121 h 887674"/>
                        <a:gd name="connsiteX2" fmla="*/ 584908 w 596647"/>
                        <a:gd name="connsiteY2" fmla="*/ 86872 h 887674"/>
                        <a:gd name="connsiteX3" fmla="*/ 596647 w 596647"/>
                        <a:gd name="connsiteY3" fmla="*/ 331630 h 887674"/>
                        <a:gd name="connsiteX4" fmla="*/ 516192 w 596647"/>
                        <a:gd name="connsiteY4" fmla="*/ 329314 h 887674"/>
                        <a:gd name="connsiteX5" fmla="*/ 502105 w 596647"/>
                        <a:gd name="connsiteY5" fmla="*/ 526896 h 887674"/>
                        <a:gd name="connsiteX6" fmla="*/ 507202 w 596647"/>
                        <a:gd name="connsiteY6" fmla="*/ 654226 h 887674"/>
                        <a:gd name="connsiteX7" fmla="*/ 463347 w 596647"/>
                        <a:gd name="connsiteY7" fmla="*/ 647882 h 887674"/>
                        <a:gd name="connsiteX8" fmla="*/ 454272 w 596647"/>
                        <a:gd name="connsiteY8" fmla="*/ 620842 h 887674"/>
                        <a:gd name="connsiteX9" fmla="*/ 425025 w 596647"/>
                        <a:gd name="connsiteY9" fmla="*/ 565046 h 887674"/>
                        <a:gd name="connsiteX10" fmla="*/ 421244 w 596647"/>
                        <a:gd name="connsiteY10" fmla="*/ 564601 h 887674"/>
                        <a:gd name="connsiteX11" fmla="*/ 362548 w 596647"/>
                        <a:gd name="connsiteY11" fmla="*/ 563753 h 887674"/>
                        <a:gd name="connsiteX12" fmla="*/ 346557 w 596647"/>
                        <a:gd name="connsiteY12" fmla="*/ 591578 h 887674"/>
                        <a:gd name="connsiteX13" fmla="*/ 310315 w 596647"/>
                        <a:gd name="connsiteY13" fmla="*/ 592358 h 887674"/>
                        <a:gd name="connsiteX14" fmla="*/ 310315 w 596647"/>
                        <a:gd name="connsiteY14" fmla="*/ 597734 h 887674"/>
                        <a:gd name="connsiteX15" fmla="*/ 262368 w 596647"/>
                        <a:gd name="connsiteY15" fmla="*/ 597214 h 887674"/>
                        <a:gd name="connsiteX16" fmla="*/ 262368 w 596647"/>
                        <a:gd name="connsiteY16" fmla="*/ 642820 h 887674"/>
                        <a:gd name="connsiteX17" fmla="*/ 251876 w 596647"/>
                        <a:gd name="connsiteY17" fmla="*/ 644381 h 887674"/>
                        <a:gd name="connsiteX18" fmla="*/ 251876 w 596647"/>
                        <a:gd name="connsiteY18" fmla="*/ 659641 h 887674"/>
                        <a:gd name="connsiteX19" fmla="*/ 225345 w 596647"/>
                        <a:gd name="connsiteY19" fmla="*/ 659641 h 887674"/>
                        <a:gd name="connsiteX20" fmla="*/ 225345 w 596647"/>
                        <a:gd name="connsiteY20" fmla="*/ 679756 h 887674"/>
                        <a:gd name="connsiteX21" fmla="*/ 90259 w 596647"/>
                        <a:gd name="connsiteY21" fmla="*/ 679756 h 887674"/>
                        <a:gd name="connsiteX22" fmla="*/ 90259 w 596647"/>
                        <a:gd name="connsiteY22" fmla="*/ 706808 h 887674"/>
                        <a:gd name="connsiteX23" fmla="*/ 99797 w 596647"/>
                        <a:gd name="connsiteY23" fmla="*/ 706808 h 887674"/>
                        <a:gd name="connsiteX24" fmla="*/ 100144 w 596647"/>
                        <a:gd name="connsiteY24" fmla="*/ 727444 h 887674"/>
                        <a:gd name="connsiteX25" fmla="*/ 105866 w 596647"/>
                        <a:gd name="connsiteY25" fmla="*/ 727444 h 887674"/>
                        <a:gd name="connsiteX26" fmla="*/ 105866 w 596647"/>
                        <a:gd name="connsiteY26" fmla="*/ 743918 h 887674"/>
                        <a:gd name="connsiteX27" fmla="*/ 110808 w 596647"/>
                        <a:gd name="connsiteY27" fmla="*/ 743918 h 887674"/>
                        <a:gd name="connsiteX28" fmla="*/ 110461 w 596647"/>
                        <a:gd name="connsiteY28" fmla="*/ 764207 h 887674"/>
                        <a:gd name="connsiteX29" fmla="*/ 95201 w 596647"/>
                        <a:gd name="connsiteY29" fmla="*/ 764207 h 887674"/>
                        <a:gd name="connsiteX30" fmla="*/ 95201 w 596647"/>
                        <a:gd name="connsiteY30" fmla="*/ 773744 h 887674"/>
                        <a:gd name="connsiteX31" fmla="*/ 69190 w 596647"/>
                        <a:gd name="connsiteY31" fmla="*/ 773744 h 887674"/>
                        <a:gd name="connsiteX32" fmla="*/ 69190 w 596647"/>
                        <a:gd name="connsiteY32" fmla="*/ 837212 h 887674"/>
                        <a:gd name="connsiteX33" fmla="*/ 45867 w 596647"/>
                        <a:gd name="connsiteY33" fmla="*/ 837212 h 887674"/>
                        <a:gd name="connsiteX34" fmla="*/ 45867 w 596647"/>
                        <a:gd name="connsiteY34" fmla="*/ 775651 h 887674"/>
                        <a:gd name="connsiteX35" fmla="*/ 33641 w 596647"/>
                        <a:gd name="connsiteY35" fmla="*/ 775651 h 887674"/>
                        <a:gd name="connsiteX36" fmla="*/ 33641 w 596647"/>
                        <a:gd name="connsiteY36" fmla="*/ 765334 h 887674"/>
                        <a:gd name="connsiteX37" fmla="*/ 16821 w 596647"/>
                        <a:gd name="connsiteY37" fmla="*/ 765334 h 887674"/>
                        <a:gd name="connsiteX38" fmla="*/ 16821 w 596647"/>
                        <a:gd name="connsiteY38" fmla="*/ 747386 h 887674"/>
                        <a:gd name="connsiteX39" fmla="*/ 0 w 596647"/>
                        <a:gd name="connsiteY39" fmla="*/ 747386 h 887674"/>
                        <a:gd name="connsiteX40" fmla="*/ 0 w 596647"/>
                        <a:gd name="connsiteY40" fmla="*/ 887674 h 887674"/>
                        <a:gd name="connsiteX0" fmla="*/ 594304 w 596647"/>
                        <a:gd name="connsiteY0" fmla="*/ 16986 h 885675"/>
                        <a:gd name="connsiteX1" fmla="*/ 586208 w 596647"/>
                        <a:gd name="connsiteY1" fmla="*/ 44122 h 885675"/>
                        <a:gd name="connsiteX2" fmla="*/ 584908 w 596647"/>
                        <a:gd name="connsiteY2" fmla="*/ 84873 h 885675"/>
                        <a:gd name="connsiteX3" fmla="*/ 596647 w 596647"/>
                        <a:gd name="connsiteY3" fmla="*/ 329631 h 885675"/>
                        <a:gd name="connsiteX4" fmla="*/ 516192 w 596647"/>
                        <a:gd name="connsiteY4" fmla="*/ 327315 h 885675"/>
                        <a:gd name="connsiteX5" fmla="*/ 502105 w 596647"/>
                        <a:gd name="connsiteY5" fmla="*/ 524897 h 885675"/>
                        <a:gd name="connsiteX6" fmla="*/ 507202 w 596647"/>
                        <a:gd name="connsiteY6" fmla="*/ 652227 h 885675"/>
                        <a:gd name="connsiteX7" fmla="*/ 463347 w 596647"/>
                        <a:gd name="connsiteY7" fmla="*/ 645883 h 885675"/>
                        <a:gd name="connsiteX8" fmla="*/ 454272 w 596647"/>
                        <a:gd name="connsiteY8" fmla="*/ 618843 h 885675"/>
                        <a:gd name="connsiteX9" fmla="*/ 425025 w 596647"/>
                        <a:gd name="connsiteY9" fmla="*/ 563047 h 885675"/>
                        <a:gd name="connsiteX10" fmla="*/ 421244 w 596647"/>
                        <a:gd name="connsiteY10" fmla="*/ 562602 h 885675"/>
                        <a:gd name="connsiteX11" fmla="*/ 362548 w 596647"/>
                        <a:gd name="connsiteY11" fmla="*/ 561754 h 885675"/>
                        <a:gd name="connsiteX12" fmla="*/ 346557 w 596647"/>
                        <a:gd name="connsiteY12" fmla="*/ 589579 h 885675"/>
                        <a:gd name="connsiteX13" fmla="*/ 310315 w 596647"/>
                        <a:gd name="connsiteY13" fmla="*/ 590359 h 885675"/>
                        <a:gd name="connsiteX14" fmla="*/ 310315 w 596647"/>
                        <a:gd name="connsiteY14" fmla="*/ 595735 h 885675"/>
                        <a:gd name="connsiteX15" fmla="*/ 262368 w 596647"/>
                        <a:gd name="connsiteY15" fmla="*/ 595215 h 885675"/>
                        <a:gd name="connsiteX16" fmla="*/ 262368 w 596647"/>
                        <a:gd name="connsiteY16" fmla="*/ 640821 h 885675"/>
                        <a:gd name="connsiteX17" fmla="*/ 251876 w 596647"/>
                        <a:gd name="connsiteY17" fmla="*/ 642382 h 885675"/>
                        <a:gd name="connsiteX18" fmla="*/ 251876 w 596647"/>
                        <a:gd name="connsiteY18" fmla="*/ 657642 h 885675"/>
                        <a:gd name="connsiteX19" fmla="*/ 225345 w 596647"/>
                        <a:gd name="connsiteY19" fmla="*/ 657642 h 885675"/>
                        <a:gd name="connsiteX20" fmla="*/ 225345 w 596647"/>
                        <a:gd name="connsiteY20" fmla="*/ 677757 h 885675"/>
                        <a:gd name="connsiteX21" fmla="*/ 90259 w 596647"/>
                        <a:gd name="connsiteY21" fmla="*/ 677757 h 885675"/>
                        <a:gd name="connsiteX22" fmla="*/ 90259 w 596647"/>
                        <a:gd name="connsiteY22" fmla="*/ 704809 h 885675"/>
                        <a:gd name="connsiteX23" fmla="*/ 99797 w 596647"/>
                        <a:gd name="connsiteY23" fmla="*/ 704809 h 885675"/>
                        <a:gd name="connsiteX24" fmla="*/ 100144 w 596647"/>
                        <a:gd name="connsiteY24" fmla="*/ 725445 h 885675"/>
                        <a:gd name="connsiteX25" fmla="*/ 105866 w 596647"/>
                        <a:gd name="connsiteY25" fmla="*/ 725445 h 885675"/>
                        <a:gd name="connsiteX26" fmla="*/ 105866 w 596647"/>
                        <a:gd name="connsiteY26" fmla="*/ 741919 h 885675"/>
                        <a:gd name="connsiteX27" fmla="*/ 110808 w 596647"/>
                        <a:gd name="connsiteY27" fmla="*/ 741919 h 885675"/>
                        <a:gd name="connsiteX28" fmla="*/ 110461 w 596647"/>
                        <a:gd name="connsiteY28" fmla="*/ 762208 h 885675"/>
                        <a:gd name="connsiteX29" fmla="*/ 95201 w 596647"/>
                        <a:gd name="connsiteY29" fmla="*/ 762208 h 885675"/>
                        <a:gd name="connsiteX30" fmla="*/ 95201 w 596647"/>
                        <a:gd name="connsiteY30" fmla="*/ 771745 h 885675"/>
                        <a:gd name="connsiteX31" fmla="*/ 69190 w 596647"/>
                        <a:gd name="connsiteY31" fmla="*/ 771745 h 885675"/>
                        <a:gd name="connsiteX32" fmla="*/ 69190 w 596647"/>
                        <a:gd name="connsiteY32" fmla="*/ 835213 h 885675"/>
                        <a:gd name="connsiteX33" fmla="*/ 45867 w 596647"/>
                        <a:gd name="connsiteY33" fmla="*/ 835213 h 885675"/>
                        <a:gd name="connsiteX34" fmla="*/ 45867 w 596647"/>
                        <a:gd name="connsiteY34" fmla="*/ 773652 h 885675"/>
                        <a:gd name="connsiteX35" fmla="*/ 33641 w 596647"/>
                        <a:gd name="connsiteY35" fmla="*/ 773652 h 885675"/>
                        <a:gd name="connsiteX36" fmla="*/ 33641 w 596647"/>
                        <a:gd name="connsiteY36" fmla="*/ 763335 h 885675"/>
                        <a:gd name="connsiteX37" fmla="*/ 16821 w 596647"/>
                        <a:gd name="connsiteY37" fmla="*/ 763335 h 885675"/>
                        <a:gd name="connsiteX38" fmla="*/ 16821 w 596647"/>
                        <a:gd name="connsiteY38" fmla="*/ 745387 h 885675"/>
                        <a:gd name="connsiteX39" fmla="*/ 0 w 596647"/>
                        <a:gd name="connsiteY39" fmla="*/ 745387 h 885675"/>
                        <a:gd name="connsiteX40" fmla="*/ 0 w 596647"/>
                        <a:gd name="connsiteY40" fmla="*/ 885675 h 885675"/>
                        <a:gd name="connsiteX0" fmla="*/ 599000 w 599000"/>
                        <a:gd name="connsiteY0" fmla="*/ 22818 h 884562"/>
                        <a:gd name="connsiteX1" fmla="*/ 586208 w 599000"/>
                        <a:gd name="connsiteY1" fmla="*/ 43009 h 884562"/>
                        <a:gd name="connsiteX2" fmla="*/ 584908 w 599000"/>
                        <a:gd name="connsiteY2" fmla="*/ 83760 h 884562"/>
                        <a:gd name="connsiteX3" fmla="*/ 596647 w 599000"/>
                        <a:gd name="connsiteY3" fmla="*/ 328518 h 884562"/>
                        <a:gd name="connsiteX4" fmla="*/ 516192 w 599000"/>
                        <a:gd name="connsiteY4" fmla="*/ 326202 h 884562"/>
                        <a:gd name="connsiteX5" fmla="*/ 502105 w 599000"/>
                        <a:gd name="connsiteY5" fmla="*/ 523784 h 884562"/>
                        <a:gd name="connsiteX6" fmla="*/ 507202 w 599000"/>
                        <a:gd name="connsiteY6" fmla="*/ 651114 h 884562"/>
                        <a:gd name="connsiteX7" fmla="*/ 463347 w 599000"/>
                        <a:gd name="connsiteY7" fmla="*/ 644770 h 884562"/>
                        <a:gd name="connsiteX8" fmla="*/ 454272 w 599000"/>
                        <a:gd name="connsiteY8" fmla="*/ 617730 h 884562"/>
                        <a:gd name="connsiteX9" fmla="*/ 425025 w 599000"/>
                        <a:gd name="connsiteY9" fmla="*/ 561934 h 884562"/>
                        <a:gd name="connsiteX10" fmla="*/ 421244 w 599000"/>
                        <a:gd name="connsiteY10" fmla="*/ 561489 h 884562"/>
                        <a:gd name="connsiteX11" fmla="*/ 362548 w 599000"/>
                        <a:gd name="connsiteY11" fmla="*/ 560641 h 884562"/>
                        <a:gd name="connsiteX12" fmla="*/ 346557 w 599000"/>
                        <a:gd name="connsiteY12" fmla="*/ 588466 h 884562"/>
                        <a:gd name="connsiteX13" fmla="*/ 310315 w 599000"/>
                        <a:gd name="connsiteY13" fmla="*/ 589246 h 884562"/>
                        <a:gd name="connsiteX14" fmla="*/ 310315 w 599000"/>
                        <a:gd name="connsiteY14" fmla="*/ 594622 h 884562"/>
                        <a:gd name="connsiteX15" fmla="*/ 262368 w 599000"/>
                        <a:gd name="connsiteY15" fmla="*/ 594102 h 884562"/>
                        <a:gd name="connsiteX16" fmla="*/ 262368 w 599000"/>
                        <a:gd name="connsiteY16" fmla="*/ 639708 h 884562"/>
                        <a:gd name="connsiteX17" fmla="*/ 251876 w 599000"/>
                        <a:gd name="connsiteY17" fmla="*/ 641269 h 884562"/>
                        <a:gd name="connsiteX18" fmla="*/ 251876 w 599000"/>
                        <a:gd name="connsiteY18" fmla="*/ 656529 h 884562"/>
                        <a:gd name="connsiteX19" fmla="*/ 225345 w 599000"/>
                        <a:gd name="connsiteY19" fmla="*/ 656529 h 884562"/>
                        <a:gd name="connsiteX20" fmla="*/ 225345 w 599000"/>
                        <a:gd name="connsiteY20" fmla="*/ 676644 h 884562"/>
                        <a:gd name="connsiteX21" fmla="*/ 90259 w 599000"/>
                        <a:gd name="connsiteY21" fmla="*/ 676644 h 884562"/>
                        <a:gd name="connsiteX22" fmla="*/ 90259 w 599000"/>
                        <a:gd name="connsiteY22" fmla="*/ 703696 h 884562"/>
                        <a:gd name="connsiteX23" fmla="*/ 99797 w 599000"/>
                        <a:gd name="connsiteY23" fmla="*/ 703696 h 884562"/>
                        <a:gd name="connsiteX24" fmla="*/ 100144 w 599000"/>
                        <a:gd name="connsiteY24" fmla="*/ 724332 h 884562"/>
                        <a:gd name="connsiteX25" fmla="*/ 105866 w 599000"/>
                        <a:gd name="connsiteY25" fmla="*/ 724332 h 884562"/>
                        <a:gd name="connsiteX26" fmla="*/ 105866 w 599000"/>
                        <a:gd name="connsiteY26" fmla="*/ 740806 h 884562"/>
                        <a:gd name="connsiteX27" fmla="*/ 110808 w 599000"/>
                        <a:gd name="connsiteY27" fmla="*/ 740806 h 884562"/>
                        <a:gd name="connsiteX28" fmla="*/ 110461 w 599000"/>
                        <a:gd name="connsiteY28" fmla="*/ 761095 h 884562"/>
                        <a:gd name="connsiteX29" fmla="*/ 95201 w 599000"/>
                        <a:gd name="connsiteY29" fmla="*/ 761095 h 884562"/>
                        <a:gd name="connsiteX30" fmla="*/ 95201 w 599000"/>
                        <a:gd name="connsiteY30" fmla="*/ 770632 h 884562"/>
                        <a:gd name="connsiteX31" fmla="*/ 69190 w 599000"/>
                        <a:gd name="connsiteY31" fmla="*/ 770632 h 884562"/>
                        <a:gd name="connsiteX32" fmla="*/ 69190 w 599000"/>
                        <a:gd name="connsiteY32" fmla="*/ 834100 h 884562"/>
                        <a:gd name="connsiteX33" fmla="*/ 45867 w 599000"/>
                        <a:gd name="connsiteY33" fmla="*/ 834100 h 884562"/>
                        <a:gd name="connsiteX34" fmla="*/ 45867 w 599000"/>
                        <a:gd name="connsiteY34" fmla="*/ 772539 h 884562"/>
                        <a:gd name="connsiteX35" fmla="*/ 33641 w 599000"/>
                        <a:gd name="connsiteY35" fmla="*/ 772539 h 884562"/>
                        <a:gd name="connsiteX36" fmla="*/ 33641 w 599000"/>
                        <a:gd name="connsiteY36" fmla="*/ 762222 h 884562"/>
                        <a:gd name="connsiteX37" fmla="*/ 16821 w 599000"/>
                        <a:gd name="connsiteY37" fmla="*/ 762222 h 884562"/>
                        <a:gd name="connsiteX38" fmla="*/ 16821 w 599000"/>
                        <a:gd name="connsiteY38" fmla="*/ 744274 h 884562"/>
                        <a:gd name="connsiteX39" fmla="*/ 0 w 599000"/>
                        <a:gd name="connsiteY39" fmla="*/ 744274 h 884562"/>
                        <a:gd name="connsiteX40" fmla="*/ 0 w 599000"/>
                        <a:gd name="connsiteY40" fmla="*/ 884562 h 884562"/>
                        <a:gd name="connsiteX0" fmla="*/ 586208 w 596647"/>
                        <a:gd name="connsiteY0" fmla="*/ 0 h 841553"/>
                        <a:gd name="connsiteX1" fmla="*/ 584908 w 596647"/>
                        <a:gd name="connsiteY1" fmla="*/ 40751 h 841553"/>
                        <a:gd name="connsiteX2" fmla="*/ 596647 w 596647"/>
                        <a:gd name="connsiteY2" fmla="*/ 285509 h 841553"/>
                        <a:gd name="connsiteX3" fmla="*/ 516192 w 596647"/>
                        <a:gd name="connsiteY3" fmla="*/ 283193 h 841553"/>
                        <a:gd name="connsiteX4" fmla="*/ 502105 w 596647"/>
                        <a:gd name="connsiteY4" fmla="*/ 480775 h 841553"/>
                        <a:gd name="connsiteX5" fmla="*/ 507202 w 596647"/>
                        <a:gd name="connsiteY5" fmla="*/ 608105 h 841553"/>
                        <a:gd name="connsiteX6" fmla="*/ 463347 w 596647"/>
                        <a:gd name="connsiteY6" fmla="*/ 601761 h 841553"/>
                        <a:gd name="connsiteX7" fmla="*/ 454272 w 596647"/>
                        <a:gd name="connsiteY7" fmla="*/ 574721 h 841553"/>
                        <a:gd name="connsiteX8" fmla="*/ 425025 w 596647"/>
                        <a:gd name="connsiteY8" fmla="*/ 518925 h 841553"/>
                        <a:gd name="connsiteX9" fmla="*/ 421244 w 596647"/>
                        <a:gd name="connsiteY9" fmla="*/ 518480 h 841553"/>
                        <a:gd name="connsiteX10" fmla="*/ 362548 w 596647"/>
                        <a:gd name="connsiteY10" fmla="*/ 517632 h 841553"/>
                        <a:gd name="connsiteX11" fmla="*/ 346557 w 596647"/>
                        <a:gd name="connsiteY11" fmla="*/ 545457 h 841553"/>
                        <a:gd name="connsiteX12" fmla="*/ 310315 w 596647"/>
                        <a:gd name="connsiteY12" fmla="*/ 546237 h 841553"/>
                        <a:gd name="connsiteX13" fmla="*/ 310315 w 596647"/>
                        <a:gd name="connsiteY13" fmla="*/ 551613 h 841553"/>
                        <a:gd name="connsiteX14" fmla="*/ 262368 w 596647"/>
                        <a:gd name="connsiteY14" fmla="*/ 551093 h 841553"/>
                        <a:gd name="connsiteX15" fmla="*/ 262368 w 596647"/>
                        <a:gd name="connsiteY15" fmla="*/ 596699 h 841553"/>
                        <a:gd name="connsiteX16" fmla="*/ 251876 w 596647"/>
                        <a:gd name="connsiteY16" fmla="*/ 598260 h 841553"/>
                        <a:gd name="connsiteX17" fmla="*/ 251876 w 596647"/>
                        <a:gd name="connsiteY17" fmla="*/ 613520 h 841553"/>
                        <a:gd name="connsiteX18" fmla="*/ 225345 w 596647"/>
                        <a:gd name="connsiteY18" fmla="*/ 613520 h 841553"/>
                        <a:gd name="connsiteX19" fmla="*/ 225345 w 596647"/>
                        <a:gd name="connsiteY19" fmla="*/ 633635 h 841553"/>
                        <a:gd name="connsiteX20" fmla="*/ 90259 w 596647"/>
                        <a:gd name="connsiteY20" fmla="*/ 633635 h 841553"/>
                        <a:gd name="connsiteX21" fmla="*/ 90259 w 596647"/>
                        <a:gd name="connsiteY21" fmla="*/ 660687 h 841553"/>
                        <a:gd name="connsiteX22" fmla="*/ 99797 w 596647"/>
                        <a:gd name="connsiteY22" fmla="*/ 660687 h 841553"/>
                        <a:gd name="connsiteX23" fmla="*/ 100144 w 596647"/>
                        <a:gd name="connsiteY23" fmla="*/ 681323 h 841553"/>
                        <a:gd name="connsiteX24" fmla="*/ 105866 w 596647"/>
                        <a:gd name="connsiteY24" fmla="*/ 681323 h 841553"/>
                        <a:gd name="connsiteX25" fmla="*/ 105866 w 596647"/>
                        <a:gd name="connsiteY25" fmla="*/ 697797 h 841553"/>
                        <a:gd name="connsiteX26" fmla="*/ 110808 w 596647"/>
                        <a:gd name="connsiteY26" fmla="*/ 697797 h 841553"/>
                        <a:gd name="connsiteX27" fmla="*/ 110461 w 596647"/>
                        <a:gd name="connsiteY27" fmla="*/ 718086 h 841553"/>
                        <a:gd name="connsiteX28" fmla="*/ 95201 w 596647"/>
                        <a:gd name="connsiteY28" fmla="*/ 718086 h 841553"/>
                        <a:gd name="connsiteX29" fmla="*/ 95201 w 596647"/>
                        <a:gd name="connsiteY29" fmla="*/ 727623 h 841553"/>
                        <a:gd name="connsiteX30" fmla="*/ 69190 w 596647"/>
                        <a:gd name="connsiteY30" fmla="*/ 727623 h 841553"/>
                        <a:gd name="connsiteX31" fmla="*/ 69190 w 596647"/>
                        <a:gd name="connsiteY31" fmla="*/ 791091 h 841553"/>
                        <a:gd name="connsiteX32" fmla="*/ 45867 w 596647"/>
                        <a:gd name="connsiteY32" fmla="*/ 791091 h 841553"/>
                        <a:gd name="connsiteX33" fmla="*/ 45867 w 596647"/>
                        <a:gd name="connsiteY33" fmla="*/ 729530 h 841553"/>
                        <a:gd name="connsiteX34" fmla="*/ 33641 w 596647"/>
                        <a:gd name="connsiteY34" fmla="*/ 729530 h 841553"/>
                        <a:gd name="connsiteX35" fmla="*/ 33641 w 596647"/>
                        <a:gd name="connsiteY35" fmla="*/ 719213 h 841553"/>
                        <a:gd name="connsiteX36" fmla="*/ 16821 w 596647"/>
                        <a:gd name="connsiteY36" fmla="*/ 719213 h 841553"/>
                        <a:gd name="connsiteX37" fmla="*/ 16821 w 596647"/>
                        <a:gd name="connsiteY37" fmla="*/ 701265 h 841553"/>
                        <a:gd name="connsiteX38" fmla="*/ 0 w 596647"/>
                        <a:gd name="connsiteY38" fmla="*/ 701265 h 841553"/>
                        <a:gd name="connsiteX39" fmla="*/ 0 w 596647"/>
                        <a:gd name="connsiteY39" fmla="*/ 841553 h 841553"/>
                        <a:gd name="connsiteX0" fmla="*/ 588557 w 596647"/>
                        <a:gd name="connsiteY0" fmla="*/ 0 h 876279"/>
                        <a:gd name="connsiteX1" fmla="*/ 584908 w 596647"/>
                        <a:gd name="connsiteY1" fmla="*/ 75477 h 876279"/>
                        <a:gd name="connsiteX2" fmla="*/ 596647 w 596647"/>
                        <a:gd name="connsiteY2" fmla="*/ 320235 h 876279"/>
                        <a:gd name="connsiteX3" fmla="*/ 516192 w 596647"/>
                        <a:gd name="connsiteY3" fmla="*/ 317919 h 876279"/>
                        <a:gd name="connsiteX4" fmla="*/ 502105 w 596647"/>
                        <a:gd name="connsiteY4" fmla="*/ 515501 h 876279"/>
                        <a:gd name="connsiteX5" fmla="*/ 507202 w 596647"/>
                        <a:gd name="connsiteY5" fmla="*/ 642831 h 876279"/>
                        <a:gd name="connsiteX6" fmla="*/ 463347 w 596647"/>
                        <a:gd name="connsiteY6" fmla="*/ 636487 h 876279"/>
                        <a:gd name="connsiteX7" fmla="*/ 454272 w 596647"/>
                        <a:gd name="connsiteY7" fmla="*/ 609447 h 876279"/>
                        <a:gd name="connsiteX8" fmla="*/ 425025 w 596647"/>
                        <a:gd name="connsiteY8" fmla="*/ 553651 h 876279"/>
                        <a:gd name="connsiteX9" fmla="*/ 421244 w 596647"/>
                        <a:gd name="connsiteY9" fmla="*/ 553206 h 876279"/>
                        <a:gd name="connsiteX10" fmla="*/ 362548 w 596647"/>
                        <a:gd name="connsiteY10" fmla="*/ 552358 h 876279"/>
                        <a:gd name="connsiteX11" fmla="*/ 346557 w 596647"/>
                        <a:gd name="connsiteY11" fmla="*/ 580183 h 876279"/>
                        <a:gd name="connsiteX12" fmla="*/ 310315 w 596647"/>
                        <a:gd name="connsiteY12" fmla="*/ 580963 h 876279"/>
                        <a:gd name="connsiteX13" fmla="*/ 310315 w 596647"/>
                        <a:gd name="connsiteY13" fmla="*/ 586339 h 876279"/>
                        <a:gd name="connsiteX14" fmla="*/ 262368 w 596647"/>
                        <a:gd name="connsiteY14" fmla="*/ 585819 h 876279"/>
                        <a:gd name="connsiteX15" fmla="*/ 262368 w 596647"/>
                        <a:gd name="connsiteY15" fmla="*/ 631425 h 876279"/>
                        <a:gd name="connsiteX16" fmla="*/ 251876 w 596647"/>
                        <a:gd name="connsiteY16" fmla="*/ 632986 h 876279"/>
                        <a:gd name="connsiteX17" fmla="*/ 251876 w 596647"/>
                        <a:gd name="connsiteY17" fmla="*/ 648246 h 876279"/>
                        <a:gd name="connsiteX18" fmla="*/ 225345 w 596647"/>
                        <a:gd name="connsiteY18" fmla="*/ 648246 h 876279"/>
                        <a:gd name="connsiteX19" fmla="*/ 225345 w 596647"/>
                        <a:gd name="connsiteY19" fmla="*/ 668361 h 876279"/>
                        <a:gd name="connsiteX20" fmla="*/ 90259 w 596647"/>
                        <a:gd name="connsiteY20" fmla="*/ 668361 h 876279"/>
                        <a:gd name="connsiteX21" fmla="*/ 90259 w 596647"/>
                        <a:gd name="connsiteY21" fmla="*/ 695413 h 876279"/>
                        <a:gd name="connsiteX22" fmla="*/ 99797 w 596647"/>
                        <a:gd name="connsiteY22" fmla="*/ 695413 h 876279"/>
                        <a:gd name="connsiteX23" fmla="*/ 100144 w 596647"/>
                        <a:gd name="connsiteY23" fmla="*/ 716049 h 876279"/>
                        <a:gd name="connsiteX24" fmla="*/ 105866 w 596647"/>
                        <a:gd name="connsiteY24" fmla="*/ 716049 h 876279"/>
                        <a:gd name="connsiteX25" fmla="*/ 105866 w 596647"/>
                        <a:gd name="connsiteY25" fmla="*/ 732523 h 876279"/>
                        <a:gd name="connsiteX26" fmla="*/ 110808 w 596647"/>
                        <a:gd name="connsiteY26" fmla="*/ 732523 h 876279"/>
                        <a:gd name="connsiteX27" fmla="*/ 110461 w 596647"/>
                        <a:gd name="connsiteY27" fmla="*/ 752812 h 876279"/>
                        <a:gd name="connsiteX28" fmla="*/ 95201 w 596647"/>
                        <a:gd name="connsiteY28" fmla="*/ 752812 h 876279"/>
                        <a:gd name="connsiteX29" fmla="*/ 95201 w 596647"/>
                        <a:gd name="connsiteY29" fmla="*/ 762349 h 876279"/>
                        <a:gd name="connsiteX30" fmla="*/ 69190 w 596647"/>
                        <a:gd name="connsiteY30" fmla="*/ 762349 h 876279"/>
                        <a:gd name="connsiteX31" fmla="*/ 69190 w 596647"/>
                        <a:gd name="connsiteY31" fmla="*/ 825817 h 876279"/>
                        <a:gd name="connsiteX32" fmla="*/ 45867 w 596647"/>
                        <a:gd name="connsiteY32" fmla="*/ 825817 h 876279"/>
                        <a:gd name="connsiteX33" fmla="*/ 45867 w 596647"/>
                        <a:gd name="connsiteY33" fmla="*/ 764256 h 876279"/>
                        <a:gd name="connsiteX34" fmla="*/ 33641 w 596647"/>
                        <a:gd name="connsiteY34" fmla="*/ 764256 h 876279"/>
                        <a:gd name="connsiteX35" fmla="*/ 33641 w 596647"/>
                        <a:gd name="connsiteY35" fmla="*/ 753939 h 876279"/>
                        <a:gd name="connsiteX36" fmla="*/ 16821 w 596647"/>
                        <a:gd name="connsiteY36" fmla="*/ 753939 h 876279"/>
                        <a:gd name="connsiteX37" fmla="*/ 16821 w 596647"/>
                        <a:gd name="connsiteY37" fmla="*/ 735991 h 876279"/>
                        <a:gd name="connsiteX38" fmla="*/ 0 w 596647"/>
                        <a:gd name="connsiteY38" fmla="*/ 735991 h 876279"/>
                        <a:gd name="connsiteX39" fmla="*/ 0 w 596647"/>
                        <a:gd name="connsiteY39" fmla="*/ 876279 h 876279"/>
                        <a:gd name="connsiteX0" fmla="*/ 588557 w 596647"/>
                        <a:gd name="connsiteY0" fmla="*/ 0 h 876279"/>
                        <a:gd name="connsiteX1" fmla="*/ 591952 w 596647"/>
                        <a:gd name="connsiteY1" fmla="*/ 70847 h 876279"/>
                        <a:gd name="connsiteX2" fmla="*/ 596647 w 596647"/>
                        <a:gd name="connsiteY2" fmla="*/ 320235 h 876279"/>
                        <a:gd name="connsiteX3" fmla="*/ 516192 w 596647"/>
                        <a:gd name="connsiteY3" fmla="*/ 317919 h 876279"/>
                        <a:gd name="connsiteX4" fmla="*/ 502105 w 596647"/>
                        <a:gd name="connsiteY4" fmla="*/ 515501 h 876279"/>
                        <a:gd name="connsiteX5" fmla="*/ 507202 w 596647"/>
                        <a:gd name="connsiteY5" fmla="*/ 642831 h 876279"/>
                        <a:gd name="connsiteX6" fmla="*/ 463347 w 596647"/>
                        <a:gd name="connsiteY6" fmla="*/ 636487 h 876279"/>
                        <a:gd name="connsiteX7" fmla="*/ 454272 w 596647"/>
                        <a:gd name="connsiteY7" fmla="*/ 609447 h 876279"/>
                        <a:gd name="connsiteX8" fmla="*/ 425025 w 596647"/>
                        <a:gd name="connsiteY8" fmla="*/ 553651 h 876279"/>
                        <a:gd name="connsiteX9" fmla="*/ 421244 w 596647"/>
                        <a:gd name="connsiteY9" fmla="*/ 553206 h 876279"/>
                        <a:gd name="connsiteX10" fmla="*/ 362548 w 596647"/>
                        <a:gd name="connsiteY10" fmla="*/ 552358 h 876279"/>
                        <a:gd name="connsiteX11" fmla="*/ 346557 w 596647"/>
                        <a:gd name="connsiteY11" fmla="*/ 580183 h 876279"/>
                        <a:gd name="connsiteX12" fmla="*/ 310315 w 596647"/>
                        <a:gd name="connsiteY12" fmla="*/ 580963 h 876279"/>
                        <a:gd name="connsiteX13" fmla="*/ 310315 w 596647"/>
                        <a:gd name="connsiteY13" fmla="*/ 586339 h 876279"/>
                        <a:gd name="connsiteX14" fmla="*/ 262368 w 596647"/>
                        <a:gd name="connsiteY14" fmla="*/ 585819 h 876279"/>
                        <a:gd name="connsiteX15" fmla="*/ 262368 w 596647"/>
                        <a:gd name="connsiteY15" fmla="*/ 631425 h 876279"/>
                        <a:gd name="connsiteX16" fmla="*/ 251876 w 596647"/>
                        <a:gd name="connsiteY16" fmla="*/ 632986 h 876279"/>
                        <a:gd name="connsiteX17" fmla="*/ 251876 w 596647"/>
                        <a:gd name="connsiteY17" fmla="*/ 648246 h 876279"/>
                        <a:gd name="connsiteX18" fmla="*/ 225345 w 596647"/>
                        <a:gd name="connsiteY18" fmla="*/ 648246 h 876279"/>
                        <a:gd name="connsiteX19" fmla="*/ 225345 w 596647"/>
                        <a:gd name="connsiteY19" fmla="*/ 668361 h 876279"/>
                        <a:gd name="connsiteX20" fmla="*/ 90259 w 596647"/>
                        <a:gd name="connsiteY20" fmla="*/ 668361 h 876279"/>
                        <a:gd name="connsiteX21" fmla="*/ 90259 w 596647"/>
                        <a:gd name="connsiteY21" fmla="*/ 695413 h 876279"/>
                        <a:gd name="connsiteX22" fmla="*/ 99797 w 596647"/>
                        <a:gd name="connsiteY22" fmla="*/ 695413 h 876279"/>
                        <a:gd name="connsiteX23" fmla="*/ 100144 w 596647"/>
                        <a:gd name="connsiteY23" fmla="*/ 716049 h 876279"/>
                        <a:gd name="connsiteX24" fmla="*/ 105866 w 596647"/>
                        <a:gd name="connsiteY24" fmla="*/ 716049 h 876279"/>
                        <a:gd name="connsiteX25" fmla="*/ 105866 w 596647"/>
                        <a:gd name="connsiteY25" fmla="*/ 732523 h 876279"/>
                        <a:gd name="connsiteX26" fmla="*/ 110808 w 596647"/>
                        <a:gd name="connsiteY26" fmla="*/ 732523 h 876279"/>
                        <a:gd name="connsiteX27" fmla="*/ 110461 w 596647"/>
                        <a:gd name="connsiteY27" fmla="*/ 752812 h 876279"/>
                        <a:gd name="connsiteX28" fmla="*/ 95201 w 596647"/>
                        <a:gd name="connsiteY28" fmla="*/ 752812 h 876279"/>
                        <a:gd name="connsiteX29" fmla="*/ 95201 w 596647"/>
                        <a:gd name="connsiteY29" fmla="*/ 762349 h 876279"/>
                        <a:gd name="connsiteX30" fmla="*/ 69190 w 596647"/>
                        <a:gd name="connsiteY30" fmla="*/ 762349 h 876279"/>
                        <a:gd name="connsiteX31" fmla="*/ 69190 w 596647"/>
                        <a:gd name="connsiteY31" fmla="*/ 825817 h 876279"/>
                        <a:gd name="connsiteX32" fmla="*/ 45867 w 596647"/>
                        <a:gd name="connsiteY32" fmla="*/ 825817 h 876279"/>
                        <a:gd name="connsiteX33" fmla="*/ 45867 w 596647"/>
                        <a:gd name="connsiteY33" fmla="*/ 764256 h 876279"/>
                        <a:gd name="connsiteX34" fmla="*/ 33641 w 596647"/>
                        <a:gd name="connsiteY34" fmla="*/ 764256 h 876279"/>
                        <a:gd name="connsiteX35" fmla="*/ 33641 w 596647"/>
                        <a:gd name="connsiteY35" fmla="*/ 753939 h 876279"/>
                        <a:gd name="connsiteX36" fmla="*/ 16821 w 596647"/>
                        <a:gd name="connsiteY36" fmla="*/ 753939 h 876279"/>
                        <a:gd name="connsiteX37" fmla="*/ 16821 w 596647"/>
                        <a:gd name="connsiteY37" fmla="*/ 735991 h 876279"/>
                        <a:gd name="connsiteX38" fmla="*/ 0 w 596647"/>
                        <a:gd name="connsiteY38" fmla="*/ 735991 h 876279"/>
                        <a:gd name="connsiteX39" fmla="*/ 0 w 596647"/>
                        <a:gd name="connsiteY39" fmla="*/ 876279 h 876279"/>
                        <a:gd name="connsiteX0" fmla="*/ 590905 w 596647"/>
                        <a:gd name="connsiteY0" fmla="*/ 0 h 867019"/>
                        <a:gd name="connsiteX1" fmla="*/ 591952 w 596647"/>
                        <a:gd name="connsiteY1" fmla="*/ 61587 h 867019"/>
                        <a:gd name="connsiteX2" fmla="*/ 596647 w 596647"/>
                        <a:gd name="connsiteY2" fmla="*/ 310975 h 867019"/>
                        <a:gd name="connsiteX3" fmla="*/ 516192 w 596647"/>
                        <a:gd name="connsiteY3" fmla="*/ 308659 h 867019"/>
                        <a:gd name="connsiteX4" fmla="*/ 502105 w 596647"/>
                        <a:gd name="connsiteY4" fmla="*/ 506241 h 867019"/>
                        <a:gd name="connsiteX5" fmla="*/ 507202 w 596647"/>
                        <a:gd name="connsiteY5" fmla="*/ 633571 h 867019"/>
                        <a:gd name="connsiteX6" fmla="*/ 463347 w 596647"/>
                        <a:gd name="connsiteY6" fmla="*/ 627227 h 867019"/>
                        <a:gd name="connsiteX7" fmla="*/ 454272 w 596647"/>
                        <a:gd name="connsiteY7" fmla="*/ 600187 h 867019"/>
                        <a:gd name="connsiteX8" fmla="*/ 425025 w 596647"/>
                        <a:gd name="connsiteY8" fmla="*/ 544391 h 867019"/>
                        <a:gd name="connsiteX9" fmla="*/ 421244 w 596647"/>
                        <a:gd name="connsiteY9" fmla="*/ 543946 h 867019"/>
                        <a:gd name="connsiteX10" fmla="*/ 362548 w 596647"/>
                        <a:gd name="connsiteY10" fmla="*/ 543098 h 867019"/>
                        <a:gd name="connsiteX11" fmla="*/ 346557 w 596647"/>
                        <a:gd name="connsiteY11" fmla="*/ 570923 h 867019"/>
                        <a:gd name="connsiteX12" fmla="*/ 310315 w 596647"/>
                        <a:gd name="connsiteY12" fmla="*/ 571703 h 867019"/>
                        <a:gd name="connsiteX13" fmla="*/ 310315 w 596647"/>
                        <a:gd name="connsiteY13" fmla="*/ 577079 h 867019"/>
                        <a:gd name="connsiteX14" fmla="*/ 262368 w 596647"/>
                        <a:gd name="connsiteY14" fmla="*/ 576559 h 867019"/>
                        <a:gd name="connsiteX15" fmla="*/ 262368 w 596647"/>
                        <a:gd name="connsiteY15" fmla="*/ 622165 h 867019"/>
                        <a:gd name="connsiteX16" fmla="*/ 251876 w 596647"/>
                        <a:gd name="connsiteY16" fmla="*/ 623726 h 867019"/>
                        <a:gd name="connsiteX17" fmla="*/ 251876 w 596647"/>
                        <a:gd name="connsiteY17" fmla="*/ 638986 h 867019"/>
                        <a:gd name="connsiteX18" fmla="*/ 225345 w 596647"/>
                        <a:gd name="connsiteY18" fmla="*/ 638986 h 867019"/>
                        <a:gd name="connsiteX19" fmla="*/ 225345 w 596647"/>
                        <a:gd name="connsiteY19" fmla="*/ 659101 h 867019"/>
                        <a:gd name="connsiteX20" fmla="*/ 90259 w 596647"/>
                        <a:gd name="connsiteY20" fmla="*/ 659101 h 867019"/>
                        <a:gd name="connsiteX21" fmla="*/ 90259 w 596647"/>
                        <a:gd name="connsiteY21" fmla="*/ 686153 h 867019"/>
                        <a:gd name="connsiteX22" fmla="*/ 99797 w 596647"/>
                        <a:gd name="connsiteY22" fmla="*/ 686153 h 867019"/>
                        <a:gd name="connsiteX23" fmla="*/ 100144 w 596647"/>
                        <a:gd name="connsiteY23" fmla="*/ 706789 h 867019"/>
                        <a:gd name="connsiteX24" fmla="*/ 105866 w 596647"/>
                        <a:gd name="connsiteY24" fmla="*/ 706789 h 867019"/>
                        <a:gd name="connsiteX25" fmla="*/ 105866 w 596647"/>
                        <a:gd name="connsiteY25" fmla="*/ 723263 h 867019"/>
                        <a:gd name="connsiteX26" fmla="*/ 110808 w 596647"/>
                        <a:gd name="connsiteY26" fmla="*/ 723263 h 867019"/>
                        <a:gd name="connsiteX27" fmla="*/ 110461 w 596647"/>
                        <a:gd name="connsiteY27" fmla="*/ 743552 h 867019"/>
                        <a:gd name="connsiteX28" fmla="*/ 95201 w 596647"/>
                        <a:gd name="connsiteY28" fmla="*/ 743552 h 867019"/>
                        <a:gd name="connsiteX29" fmla="*/ 95201 w 596647"/>
                        <a:gd name="connsiteY29" fmla="*/ 753089 h 867019"/>
                        <a:gd name="connsiteX30" fmla="*/ 69190 w 596647"/>
                        <a:gd name="connsiteY30" fmla="*/ 753089 h 867019"/>
                        <a:gd name="connsiteX31" fmla="*/ 69190 w 596647"/>
                        <a:gd name="connsiteY31" fmla="*/ 816557 h 867019"/>
                        <a:gd name="connsiteX32" fmla="*/ 45867 w 596647"/>
                        <a:gd name="connsiteY32" fmla="*/ 816557 h 867019"/>
                        <a:gd name="connsiteX33" fmla="*/ 45867 w 596647"/>
                        <a:gd name="connsiteY33" fmla="*/ 754996 h 867019"/>
                        <a:gd name="connsiteX34" fmla="*/ 33641 w 596647"/>
                        <a:gd name="connsiteY34" fmla="*/ 754996 h 867019"/>
                        <a:gd name="connsiteX35" fmla="*/ 33641 w 596647"/>
                        <a:gd name="connsiteY35" fmla="*/ 744679 h 867019"/>
                        <a:gd name="connsiteX36" fmla="*/ 16821 w 596647"/>
                        <a:gd name="connsiteY36" fmla="*/ 744679 h 867019"/>
                        <a:gd name="connsiteX37" fmla="*/ 16821 w 596647"/>
                        <a:gd name="connsiteY37" fmla="*/ 726731 h 867019"/>
                        <a:gd name="connsiteX38" fmla="*/ 0 w 596647"/>
                        <a:gd name="connsiteY38" fmla="*/ 726731 h 867019"/>
                        <a:gd name="connsiteX39" fmla="*/ 0 w 596647"/>
                        <a:gd name="connsiteY39" fmla="*/ 867019 h 8670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</a:cxnLst>
                      <a:rect l="l" t="t" r="r" b="b"/>
                      <a:pathLst>
                        <a:path w="596647" h="867019">
                          <a:moveTo>
                            <a:pt x="590905" y="0"/>
                          </a:moveTo>
                          <a:cubicBezTo>
                            <a:pt x="590472" y="13584"/>
                            <a:pt x="592385" y="48003"/>
                            <a:pt x="591952" y="61587"/>
                          </a:cubicBezTo>
                          <a:lnTo>
                            <a:pt x="596647" y="310975"/>
                          </a:lnTo>
                          <a:lnTo>
                            <a:pt x="516192" y="308659"/>
                          </a:lnTo>
                          <a:lnTo>
                            <a:pt x="502105" y="506241"/>
                          </a:lnTo>
                          <a:lnTo>
                            <a:pt x="507202" y="633571"/>
                          </a:lnTo>
                          <a:cubicBezTo>
                            <a:pt x="502699" y="653735"/>
                            <a:pt x="469038" y="635106"/>
                            <a:pt x="463347" y="627227"/>
                          </a:cubicBezTo>
                          <a:cubicBezTo>
                            <a:pt x="457656" y="619348"/>
                            <a:pt x="462615" y="613993"/>
                            <a:pt x="454272" y="600187"/>
                          </a:cubicBezTo>
                          <a:lnTo>
                            <a:pt x="425025" y="544391"/>
                          </a:lnTo>
                          <a:cubicBezTo>
                            <a:pt x="421086" y="544664"/>
                            <a:pt x="431657" y="544161"/>
                            <a:pt x="421244" y="543946"/>
                          </a:cubicBezTo>
                          <a:lnTo>
                            <a:pt x="362548" y="543098"/>
                          </a:lnTo>
                          <a:lnTo>
                            <a:pt x="346557" y="570923"/>
                          </a:lnTo>
                          <a:lnTo>
                            <a:pt x="310315" y="571703"/>
                          </a:lnTo>
                          <a:lnTo>
                            <a:pt x="310315" y="577079"/>
                          </a:lnTo>
                          <a:lnTo>
                            <a:pt x="262368" y="576559"/>
                          </a:lnTo>
                          <a:lnTo>
                            <a:pt x="262368" y="622165"/>
                          </a:lnTo>
                          <a:lnTo>
                            <a:pt x="251876" y="623726"/>
                          </a:lnTo>
                          <a:lnTo>
                            <a:pt x="251876" y="638986"/>
                          </a:lnTo>
                          <a:lnTo>
                            <a:pt x="225345" y="638986"/>
                          </a:lnTo>
                          <a:lnTo>
                            <a:pt x="225345" y="659101"/>
                          </a:lnTo>
                          <a:lnTo>
                            <a:pt x="90259" y="659101"/>
                          </a:lnTo>
                          <a:lnTo>
                            <a:pt x="90259" y="686153"/>
                          </a:lnTo>
                          <a:lnTo>
                            <a:pt x="99797" y="686153"/>
                          </a:lnTo>
                          <a:cubicBezTo>
                            <a:pt x="99913" y="693032"/>
                            <a:pt x="100028" y="699910"/>
                            <a:pt x="100144" y="706789"/>
                          </a:cubicBezTo>
                          <a:lnTo>
                            <a:pt x="105866" y="706789"/>
                          </a:lnTo>
                          <a:lnTo>
                            <a:pt x="105866" y="723263"/>
                          </a:lnTo>
                          <a:lnTo>
                            <a:pt x="110808" y="723263"/>
                          </a:lnTo>
                          <a:cubicBezTo>
                            <a:pt x="110692" y="730026"/>
                            <a:pt x="110577" y="736789"/>
                            <a:pt x="110461" y="743552"/>
                          </a:cubicBezTo>
                          <a:lnTo>
                            <a:pt x="95201" y="743552"/>
                          </a:lnTo>
                          <a:lnTo>
                            <a:pt x="95201" y="753089"/>
                          </a:lnTo>
                          <a:lnTo>
                            <a:pt x="69190" y="753089"/>
                          </a:lnTo>
                          <a:lnTo>
                            <a:pt x="69190" y="816557"/>
                          </a:lnTo>
                          <a:lnTo>
                            <a:pt x="45867" y="816557"/>
                          </a:lnTo>
                          <a:lnTo>
                            <a:pt x="45867" y="754996"/>
                          </a:lnTo>
                          <a:lnTo>
                            <a:pt x="33641" y="754996"/>
                          </a:lnTo>
                          <a:lnTo>
                            <a:pt x="33641" y="744679"/>
                          </a:lnTo>
                          <a:lnTo>
                            <a:pt x="16821" y="744679"/>
                          </a:lnTo>
                          <a:lnTo>
                            <a:pt x="16821" y="726731"/>
                          </a:lnTo>
                          <a:lnTo>
                            <a:pt x="0" y="726731"/>
                          </a:lnTo>
                          <a:lnTo>
                            <a:pt x="0" y="867019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63676B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US" sz="1000" dirty="0"/>
                    </a:p>
                  </p:txBody>
                </p:sp>
                <p:sp>
                  <p:nvSpPr>
                    <p:cNvPr id="44" name="Freeform: Shape 43">
                      <a:extLst>
                        <a:ext uri="{FF2B5EF4-FFF2-40B4-BE49-F238E27FC236}">
                          <a16:creationId xmlns:a16="http://schemas.microsoft.com/office/drawing/2014/main" id="{BD594AB2-73BF-B2C8-B800-79247EEF38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6472" y="3666929"/>
                      <a:ext cx="873650" cy="71222"/>
                    </a:xfrm>
                    <a:custGeom>
                      <a:avLst/>
                      <a:gdLst>
                        <a:gd name="connsiteX0" fmla="*/ 9225 w 1231202"/>
                        <a:gd name="connsiteY0" fmla="*/ 68791 h 1075134"/>
                        <a:gd name="connsiteX1" fmla="*/ 579827 w 1231202"/>
                        <a:gd name="connsiteY1" fmla="*/ 75814 h 1075134"/>
                        <a:gd name="connsiteX2" fmla="*/ 537775 w 1231202"/>
                        <a:gd name="connsiteY2" fmla="*/ 9225 h 1075134"/>
                        <a:gd name="connsiteX3" fmla="*/ 877569 w 1231202"/>
                        <a:gd name="connsiteY3" fmla="*/ 9225 h 1075134"/>
                        <a:gd name="connsiteX4" fmla="*/ 896211 w 1231202"/>
                        <a:gd name="connsiteY4" fmla="*/ 42520 h 1075134"/>
                        <a:gd name="connsiteX5" fmla="*/ 937049 w 1231202"/>
                        <a:gd name="connsiteY5" fmla="*/ 50150 h 1075134"/>
                        <a:gd name="connsiteX6" fmla="*/ 937049 w 1231202"/>
                        <a:gd name="connsiteY6" fmla="*/ 84051 h 1075134"/>
                        <a:gd name="connsiteX7" fmla="*/ 962713 w 1231202"/>
                        <a:gd name="connsiteY7" fmla="*/ 84051 h 1075134"/>
                        <a:gd name="connsiteX8" fmla="*/ 962713 w 1231202"/>
                        <a:gd name="connsiteY8" fmla="*/ 121421 h 1075134"/>
                        <a:gd name="connsiteX9" fmla="*/ 1057308 w 1231202"/>
                        <a:gd name="connsiteY9" fmla="*/ 121421 h 1075134"/>
                        <a:gd name="connsiteX10" fmla="*/ 1057308 w 1231202"/>
                        <a:gd name="connsiteY10" fmla="*/ 140062 h 1075134"/>
                        <a:gd name="connsiteX11" fmla="*/ 1092336 w 1231202"/>
                        <a:gd name="connsiteY11" fmla="*/ 140062 h 1075134"/>
                        <a:gd name="connsiteX12" fmla="*/ 1092336 w 1231202"/>
                        <a:gd name="connsiteY12" fmla="*/ 109716 h 1075134"/>
                        <a:gd name="connsiteX13" fmla="*/ 1109850 w 1231202"/>
                        <a:gd name="connsiteY13" fmla="*/ 109716 h 1075134"/>
                        <a:gd name="connsiteX14" fmla="*/ 1141411 w 1231202"/>
                        <a:gd name="connsiteY14" fmla="*/ 91074 h 1075134"/>
                        <a:gd name="connsiteX15" fmla="*/ 1141411 w 1231202"/>
                        <a:gd name="connsiteY15" fmla="*/ 136594 h 1075134"/>
                        <a:gd name="connsiteX16" fmla="*/ 1177567 w 1231202"/>
                        <a:gd name="connsiteY16" fmla="*/ 140062 h 1075134"/>
                        <a:gd name="connsiteX17" fmla="*/ 1184590 w 1231202"/>
                        <a:gd name="connsiteY17" fmla="*/ 156449 h 1075134"/>
                        <a:gd name="connsiteX18" fmla="*/ 1212595 w 1231202"/>
                        <a:gd name="connsiteY18" fmla="*/ 165813 h 1075134"/>
                        <a:gd name="connsiteX19" fmla="*/ 1224300 w 1231202"/>
                        <a:gd name="connsiteY19" fmla="*/ 197374 h 1075134"/>
                        <a:gd name="connsiteX20" fmla="*/ 1191613 w 1231202"/>
                        <a:gd name="connsiteY20" fmla="*/ 260408 h 1075134"/>
                        <a:gd name="connsiteX21" fmla="*/ 1176439 w 1231202"/>
                        <a:gd name="connsiteY21" fmla="*/ 303587 h 1075134"/>
                        <a:gd name="connsiteX22" fmla="*/ 1175312 w 1231202"/>
                        <a:gd name="connsiteY22" fmla="*/ 338615 h 1075134"/>
                        <a:gd name="connsiteX23" fmla="*/ 1143752 w 1231202"/>
                        <a:gd name="connsiteY23" fmla="*/ 378326 h 1075134"/>
                        <a:gd name="connsiteX24" fmla="*/ 1083059 w 1231202"/>
                        <a:gd name="connsiteY24" fmla="*/ 387690 h 1075134"/>
                        <a:gd name="connsiteX25" fmla="*/ 1081932 w 1231202"/>
                        <a:gd name="connsiteY25" fmla="*/ 432082 h 1075134"/>
                        <a:gd name="connsiteX26" fmla="*/ 1058608 w 1231202"/>
                        <a:gd name="connsiteY26" fmla="*/ 436765 h 1075134"/>
                        <a:gd name="connsiteX27" fmla="*/ 1014215 w 1231202"/>
                        <a:gd name="connsiteY27" fmla="*/ 555896 h 1075134"/>
                        <a:gd name="connsiteX28" fmla="*/ 976846 w 1231202"/>
                        <a:gd name="connsiteY28" fmla="*/ 555896 h 1075134"/>
                        <a:gd name="connsiteX29" fmla="*/ 975719 w 1231202"/>
                        <a:gd name="connsiteY29" fmla="*/ 583902 h 1075134"/>
                        <a:gd name="connsiteX30" fmla="*/ 986210 w 1231202"/>
                        <a:gd name="connsiteY30" fmla="*/ 583902 h 1075134"/>
                        <a:gd name="connsiteX31" fmla="*/ 947713 w 1231202"/>
                        <a:gd name="connsiteY31" fmla="*/ 678497 h 1075134"/>
                        <a:gd name="connsiteX32" fmla="*/ 920835 w 1231202"/>
                        <a:gd name="connsiteY32" fmla="*/ 797628 h 1075134"/>
                        <a:gd name="connsiteX33" fmla="*/ 680317 w 1231202"/>
                        <a:gd name="connsiteY33" fmla="*/ 797628 h 1075134"/>
                        <a:gd name="connsiteX34" fmla="*/ 679190 w 1231202"/>
                        <a:gd name="connsiteY34" fmla="*/ 901587 h 1075134"/>
                        <a:gd name="connsiteX35" fmla="*/ 708409 w 1231202"/>
                        <a:gd name="connsiteY35" fmla="*/ 962193 h 1075134"/>
                        <a:gd name="connsiteX36" fmla="*/ 708409 w 1231202"/>
                        <a:gd name="connsiteY36" fmla="*/ 1033551 h 1075134"/>
                        <a:gd name="connsiteX37" fmla="*/ 704941 w 1231202"/>
                        <a:gd name="connsiteY37" fmla="*/ 1072048 h 1075134"/>
                        <a:gd name="connsiteX0" fmla="*/ 0 w 1215075"/>
                        <a:gd name="connsiteY0" fmla="*/ 59566 h 1062823"/>
                        <a:gd name="connsiteX1" fmla="*/ 570602 w 1215075"/>
                        <a:gd name="connsiteY1" fmla="*/ 66589 h 1062823"/>
                        <a:gd name="connsiteX2" fmla="*/ 528550 w 1215075"/>
                        <a:gd name="connsiteY2" fmla="*/ 0 h 1062823"/>
                        <a:gd name="connsiteX3" fmla="*/ 868344 w 1215075"/>
                        <a:gd name="connsiteY3" fmla="*/ 0 h 1062823"/>
                        <a:gd name="connsiteX4" fmla="*/ 886986 w 1215075"/>
                        <a:gd name="connsiteY4" fmla="*/ 33295 h 1062823"/>
                        <a:gd name="connsiteX5" fmla="*/ 927824 w 1215075"/>
                        <a:gd name="connsiteY5" fmla="*/ 40925 h 1062823"/>
                        <a:gd name="connsiteX6" fmla="*/ 927824 w 1215075"/>
                        <a:gd name="connsiteY6" fmla="*/ 74826 h 1062823"/>
                        <a:gd name="connsiteX7" fmla="*/ 953488 w 1215075"/>
                        <a:gd name="connsiteY7" fmla="*/ 74826 h 1062823"/>
                        <a:gd name="connsiteX8" fmla="*/ 953488 w 1215075"/>
                        <a:gd name="connsiteY8" fmla="*/ 112196 h 1062823"/>
                        <a:gd name="connsiteX9" fmla="*/ 1048083 w 1215075"/>
                        <a:gd name="connsiteY9" fmla="*/ 112196 h 1062823"/>
                        <a:gd name="connsiteX10" fmla="*/ 1048083 w 1215075"/>
                        <a:gd name="connsiteY10" fmla="*/ 130837 h 1062823"/>
                        <a:gd name="connsiteX11" fmla="*/ 1083111 w 1215075"/>
                        <a:gd name="connsiteY11" fmla="*/ 130837 h 1062823"/>
                        <a:gd name="connsiteX12" fmla="*/ 1083111 w 1215075"/>
                        <a:gd name="connsiteY12" fmla="*/ 100491 h 1062823"/>
                        <a:gd name="connsiteX13" fmla="*/ 1100625 w 1215075"/>
                        <a:gd name="connsiteY13" fmla="*/ 100491 h 1062823"/>
                        <a:gd name="connsiteX14" fmla="*/ 1132186 w 1215075"/>
                        <a:gd name="connsiteY14" fmla="*/ 81849 h 1062823"/>
                        <a:gd name="connsiteX15" fmla="*/ 1132186 w 1215075"/>
                        <a:gd name="connsiteY15" fmla="*/ 127369 h 1062823"/>
                        <a:gd name="connsiteX16" fmla="*/ 1168342 w 1215075"/>
                        <a:gd name="connsiteY16" fmla="*/ 130837 h 1062823"/>
                        <a:gd name="connsiteX17" fmla="*/ 1175365 w 1215075"/>
                        <a:gd name="connsiteY17" fmla="*/ 147224 h 1062823"/>
                        <a:gd name="connsiteX18" fmla="*/ 1203370 w 1215075"/>
                        <a:gd name="connsiteY18" fmla="*/ 156588 h 1062823"/>
                        <a:gd name="connsiteX19" fmla="*/ 1215075 w 1215075"/>
                        <a:gd name="connsiteY19" fmla="*/ 188149 h 1062823"/>
                        <a:gd name="connsiteX20" fmla="*/ 1182388 w 1215075"/>
                        <a:gd name="connsiteY20" fmla="*/ 251183 h 1062823"/>
                        <a:gd name="connsiteX21" fmla="*/ 1167214 w 1215075"/>
                        <a:gd name="connsiteY21" fmla="*/ 294362 h 1062823"/>
                        <a:gd name="connsiteX22" fmla="*/ 1166087 w 1215075"/>
                        <a:gd name="connsiteY22" fmla="*/ 329390 h 1062823"/>
                        <a:gd name="connsiteX23" fmla="*/ 1134527 w 1215075"/>
                        <a:gd name="connsiteY23" fmla="*/ 369101 h 1062823"/>
                        <a:gd name="connsiteX24" fmla="*/ 1073834 w 1215075"/>
                        <a:gd name="connsiteY24" fmla="*/ 378465 h 1062823"/>
                        <a:gd name="connsiteX25" fmla="*/ 1072707 w 1215075"/>
                        <a:gd name="connsiteY25" fmla="*/ 422857 h 1062823"/>
                        <a:gd name="connsiteX26" fmla="*/ 1049383 w 1215075"/>
                        <a:gd name="connsiteY26" fmla="*/ 427540 h 1062823"/>
                        <a:gd name="connsiteX27" fmla="*/ 1004990 w 1215075"/>
                        <a:gd name="connsiteY27" fmla="*/ 546671 h 1062823"/>
                        <a:gd name="connsiteX28" fmla="*/ 967621 w 1215075"/>
                        <a:gd name="connsiteY28" fmla="*/ 546671 h 1062823"/>
                        <a:gd name="connsiteX29" fmla="*/ 966494 w 1215075"/>
                        <a:gd name="connsiteY29" fmla="*/ 574677 h 1062823"/>
                        <a:gd name="connsiteX30" fmla="*/ 976985 w 1215075"/>
                        <a:gd name="connsiteY30" fmla="*/ 574677 h 1062823"/>
                        <a:gd name="connsiteX31" fmla="*/ 938488 w 1215075"/>
                        <a:gd name="connsiteY31" fmla="*/ 669272 h 1062823"/>
                        <a:gd name="connsiteX32" fmla="*/ 911610 w 1215075"/>
                        <a:gd name="connsiteY32" fmla="*/ 788403 h 1062823"/>
                        <a:gd name="connsiteX33" fmla="*/ 671092 w 1215075"/>
                        <a:gd name="connsiteY33" fmla="*/ 788403 h 1062823"/>
                        <a:gd name="connsiteX34" fmla="*/ 669965 w 1215075"/>
                        <a:gd name="connsiteY34" fmla="*/ 892362 h 1062823"/>
                        <a:gd name="connsiteX35" fmla="*/ 699184 w 1215075"/>
                        <a:gd name="connsiteY35" fmla="*/ 952968 h 1062823"/>
                        <a:gd name="connsiteX36" fmla="*/ 699184 w 1215075"/>
                        <a:gd name="connsiteY36" fmla="*/ 1024326 h 1062823"/>
                        <a:gd name="connsiteX37" fmla="*/ 695716 w 1215075"/>
                        <a:gd name="connsiteY37" fmla="*/ 1062824 h 1062823"/>
                        <a:gd name="connsiteX0" fmla="*/ 0 w 1215075"/>
                        <a:gd name="connsiteY0" fmla="*/ 59566 h 1024326"/>
                        <a:gd name="connsiteX1" fmla="*/ 570602 w 1215075"/>
                        <a:gd name="connsiteY1" fmla="*/ 66589 h 1024326"/>
                        <a:gd name="connsiteX2" fmla="*/ 528550 w 1215075"/>
                        <a:gd name="connsiteY2" fmla="*/ 0 h 1024326"/>
                        <a:gd name="connsiteX3" fmla="*/ 868344 w 1215075"/>
                        <a:gd name="connsiteY3" fmla="*/ 0 h 1024326"/>
                        <a:gd name="connsiteX4" fmla="*/ 886986 w 1215075"/>
                        <a:gd name="connsiteY4" fmla="*/ 33295 h 1024326"/>
                        <a:gd name="connsiteX5" fmla="*/ 927824 w 1215075"/>
                        <a:gd name="connsiteY5" fmla="*/ 40925 h 1024326"/>
                        <a:gd name="connsiteX6" fmla="*/ 927824 w 1215075"/>
                        <a:gd name="connsiteY6" fmla="*/ 74826 h 1024326"/>
                        <a:gd name="connsiteX7" fmla="*/ 953488 w 1215075"/>
                        <a:gd name="connsiteY7" fmla="*/ 74826 h 1024326"/>
                        <a:gd name="connsiteX8" fmla="*/ 953488 w 1215075"/>
                        <a:gd name="connsiteY8" fmla="*/ 112196 h 1024326"/>
                        <a:gd name="connsiteX9" fmla="*/ 1048083 w 1215075"/>
                        <a:gd name="connsiteY9" fmla="*/ 112196 h 1024326"/>
                        <a:gd name="connsiteX10" fmla="*/ 1048083 w 1215075"/>
                        <a:gd name="connsiteY10" fmla="*/ 130837 h 1024326"/>
                        <a:gd name="connsiteX11" fmla="*/ 1083111 w 1215075"/>
                        <a:gd name="connsiteY11" fmla="*/ 130837 h 1024326"/>
                        <a:gd name="connsiteX12" fmla="*/ 1083111 w 1215075"/>
                        <a:gd name="connsiteY12" fmla="*/ 100491 h 1024326"/>
                        <a:gd name="connsiteX13" fmla="*/ 1100625 w 1215075"/>
                        <a:gd name="connsiteY13" fmla="*/ 100491 h 1024326"/>
                        <a:gd name="connsiteX14" fmla="*/ 1132186 w 1215075"/>
                        <a:gd name="connsiteY14" fmla="*/ 81849 h 1024326"/>
                        <a:gd name="connsiteX15" fmla="*/ 1132186 w 1215075"/>
                        <a:gd name="connsiteY15" fmla="*/ 127369 h 1024326"/>
                        <a:gd name="connsiteX16" fmla="*/ 1168342 w 1215075"/>
                        <a:gd name="connsiteY16" fmla="*/ 130837 h 1024326"/>
                        <a:gd name="connsiteX17" fmla="*/ 1175365 w 1215075"/>
                        <a:gd name="connsiteY17" fmla="*/ 147224 h 1024326"/>
                        <a:gd name="connsiteX18" fmla="*/ 1203370 w 1215075"/>
                        <a:gd name="connsiteY18" fmla="*/ 156588 h 1024326"/>
                        <a:gd name="connsiteX19" fmla="*/ 1215075 w 1215075"/>
                        <a:gd name="connsiteY19" fmla="*/ 188149 h 1024326"/>
                        <a:gd name="connsiteX20" fmla="*/ 1182388 w 1215075"/>
                        <a:gd name="connsiteY20" fmla="*/ 251183 h 1024326"/>
                        <a:gd name="connsiteX21" fmla="*/ 1167214 w 1215075"/>
                        <a:gd name="connsiteY21" fmla="*/ 294362 h 1024326"/>
                        <a:gd name="connsiteX22" fmla="*/ 1166087 w 1215075"/>
                        <a:gd name="connsiteY22" fmla="*/ 329390 h 1024326"/>
                        <a:gd name="connsiteX23" fmla="*/ 1134527 w 1215075"/>
                        <a:gd name="connsiteY23" fmla="*/ 369101 h 1024326"/>
                        <a:gd name="connsiteX24" fmla="*/ 1073834 w 1215075"/>
                        <a:gd name="connsiteY24" fmla="*/ 378465 h 1024326"/>
                        <a:gd name="connsiteX25" fmla="*/ 1072707 w 1215075"/>
                        <a:gd name="connsiteY25" fmla="*/ 422857 h 1024326"/>
                        <a:gd name="connsiteX26" fmla="*/ 1049383 w 1215075"/>
                        <a:gd name="connsiteY26" fmla="*/ 427540 h 1024326"/>
                        <a:gd name="connsiteX27" fmla="*/ 1004990 w 1215075"/>
                        <a:gd name="connsiteY27" fmla="*/ 546671 h 1024326"/>
                        <a:gd name="connsiteX28" fmla="*/ 967621 w 1215075"/>
                        <a:gd name="connsiteY28" fmla="*/ 546671 h 1024326"/>
                        <a:gd name="connsiteX29" fmla="*/ 966494 w 1215075"/>
                        <a:gd name="connsiteY29" fmla="*/ 574677 h 1024326"/>
                        <a:gd name="connsiteX30" fmla="*/ 976985 w 1215075"/>
                        <a:gd name="connsiteY30" fmla="*/ 574677 h 1024326"/>
                        <a:gd name="connsiteX31" fmla="*/ 938488 w 1215075"/>
                        <a:gd name="connsiteY31" fmla="*/ 669272 h 1024326"/>
                        <a:gd name="connsiteX32" fmla="*/ 911610 w 1215075"/>
                        <a:gd name="connsiteY32" fmla="*/ 788403 h 1024326"/>
                        <a:gd name="connsiteX33" fmla="*/ 671092 w 1215075"/>
                        <a:gd name="connsiteY33" fmla="*/ 788403 h 1024326"/>
                        <a:gd name="connsiteX34" fmla="*/ 669965 w 1215075"/>
                        <a:gd name="connsiteY34" fmla="*/ 892362 h 1024326"/>
                        <a:gd name="connsiteX35" fmla="*/ 699184 w 1215075"/>
                        <a:gd name="connsiteY35" fmla="*/ 952968 h 1024326"/>
                        <a:gd name="connsiteX36" fmla="*/ 699184 w 1215075"/>
                        <a:gd name="connsiteY36" fmla="*/ 1024326 h 1024326"/>
                        <a:gd name="connsiteX0" fmla="*/ 0 w 1215075"/>
                        <a:gd name="connsiteY0" fmla="*/ 59566 h 952968"/>
                        <a:gd name="connsiteX1" fmla="*/ 570602 w 1215075"/>
                        <a:gd name="connsiteY1" fmla="*/ 66589 h 952968"/>
                        <a:gd name="connsiteX2" fmla="*/ 528550 w 1215075"/>
                        <a:gd name="connsiteY2" fmla="*/ 0 h 952968"/>
                        <a:gd name="connsiteX3" fmla="*/ 868344 w 1215075"/>
                        <a:gd name="connsiteY3" fmla="*/ 0 h 952968"/>
                        <a:gd name="connsiteX4" fmla="*/ 886986 w 1215075"/>
                        <a:gd name="connsiteY4" fmla="*/ 33295 h 952968"/>
                        <a:gd name="connsiteX5" fmla="*/ 927824 w 1215075"/>
                        <a:gd name="connsiteY5" fmla="*/ 40925 h 952968"/>
                        <a:gd name="connsiteX6" fmla="*/ 927824 w 1215075"/>
                        <a:gd name="connsiteY6" fmla="*/ 74826 h 952968"/>
                        <a:gd name="connsiteX7" fmla="*/ 953488 w 1215075"/>
                        <a:gd name="connsiteY7" fmla="*/ 74826 h 952968"/>
                        <a:gd name="connsiteX8" fmla="*/ 953488 w 1215075"/>
                        <a:gd name="connsiteY8" fmla="*/ 112196 h 952968"/>
                        <a:gd name="connsiteX9" fmla="*/ 1048083 w 1215075"/>
                        <a:gd name="connsiteY9" fmla="*/ 112196 h 952968"/>
                        <a:gd name="connsiteX10" fmla="*/ 1048083 w 1215075"/>
                        <a:gd name="connsiteY10" fmla="*/ 130837 h 952968"/>
                        <a:gd name="connsiteX11" fmla="*/ 1083111 w 1215075"/>
                        <a:gd name="connsiteY11" fmla="*/ 130837 h 952968"/>
                        <a:gd name="connsiteX12" fmla="*/ 1083111 w 1215075"/>
                        <a:gd name="connsiteY12" fmla="*/ 100491 h 952968"/>
                        <a:gd name="connsiteX13" fmla="*/ 1100625 w 1215075"/>
                        <a:gd name="connsiteY13" fmla="*/ 100491 h 952968"/>
                        <a:gd name="connsiteX14" fmla="*/ 1132186 w 1215075"/>
                        <a:gd name="connsiteY14" fmla="*/ 81849 h 952968"/>
                        <a:gd name="connsiteX15" fmla="*/ 1132186 w 1215075"/>
                        <a:gd name="connsiteY15" fmla="*/ 127369 h 952968"/>
                        <a:gd name="connsiteX16" fmla="*/ 1168342 w 1215075"/>
                        <a:gd name="connsiteY16" fmla="*/ 130837 h 952968"/>
                        <a:gd name="connsiteX17" fmla="*/ 1175365 w 1215075"/>
                        <a:gd name="connsiteY17" fmla="*/ 147224 h 952968"/>
                        <a:gd name="connsiteX18" fmla="*/ 1203370 w 1215075"/>
                        <a:gd name="connsiteY18" fmla="*/ 156588 h 952968"/>
                        <a:gd name="connsiteX19" fmla="*/ 1215075 w 1215075"/>
                        <a:gd name="connsiteY19" fmla="*/ 188149 h 952968"/>
                        <a:gd name="connsiteX20" fmla="*/ 1182388 w 1215075"/>
                        <a:gd name="connsiteY20" fmla="*/ 251183 h 952968"/>
                        <a:gd name="connsiteX21" fmla="*/ 1167214 w 1215075"/>
                        <a:gd name="connsiteY21" fmla="*/ 294362 h 952968"/>
                        <a:gd name="connsiteX22" fmla="*/ 1166087 w 1215075"/>
                        <a:gd name="connsiteY22" fmla="*/ 329390 h 952968"/>
                        <a:gd name="connsiteX23" fmla="*/ 1134527 w 1215075"/>
                        <a:gd name="connsiteY23" fmla="*/ 369101 h 952968"/>
                        <a:gd name="connsiteX24" fmla="*/ 1073834 w 1215075"/>
                        <a:gd name="connsiteY24" fmla="*/ 378465 h 952968"/>
                        <a:gd name="connsiteX25" fmla="*/ 1072707 w 1215075"/>
                        <a:gd name="connsiteY25" fmla="*/ 422857 h 952968"/>
                        <a:gd name="connsiteX26" fmla="*/ 1049383 w 1215075"/>
                        <a:gd name="connsiteY26" fmla="*/ 427540 h 952968"/>
                        <a:gd name="connsiteX27" fmla="*/ 1004990 w 1215075"/>
                        <a:gd name="connsiteY27" fmla="*/ 546671 h 952968"/>
                        <a:gd name="connsiteX28" fmla="*/ 967621 w 1215075"/>
                        <a:gd name="connsiteY28" fmla="*/ 546671 h 952968"/>
                        <a:gd name="connsiteX29" fmla="*/ 966494 w 1215075"/>
                        <a:gd name="connsiteY29" fmla="*/ 574677 h 952968"/>
                        <a:gd name="connsiteX30" fmla="*/ 976985 w 1215075"/>
                        <a:gd name="connsiteY30" fmla="*/ 574677 h 952968"/>
                        <a:gd name="connsiteX31" fmla="*/ 938488 w 1215075"/>
                        <a:gd name="connsiteY31" fmla="*/ 669272 h 952968"/>
                        <a:gd name="connsiteX32" fmla="*/ 911610 w 1215075"/>
                        <a:gd name="connsiteY32" fmla="*/ 788403 h 952968"/>
                        <a:gd name="connsiteX33" fmla="*/ 671092 w 1215075"/>
                        <a:gd name="connsiteY33" fmla="*/ 788403 h 952968"/>
                        <a:gd name="connsiteX34" fmla="*/ 669965 w 1215075"/>
                        <a:gd name="connsiteY34" fmla="*/ 892362 h 952968"/>
                        <a:gd name="connsiteX35" fmla="*/ 699184 w 1215075"/>
                        <a:gd name="connsiteY35" fmla="*/ 952968 h 952968"/>
                        <a:gd name="connsiteX0" fmla="*/ 0 w 1215075"/>
                        <a:gd name="connsiteY0" fmla="*/ 59566 h 892362"/>
                        <a:gd name="connsiteX1" fmla="*/ 570602 w 1215075"/>
                        <a:gd name="connsiteY1" fmla="*/ 66589 h 892362"/>
                        <a:gd name="connsiteX2" fmla="*/ 528550 w 1215075"/>
                        <a:gd name="connsiteY2" fmla="*/ 0 h 892362"/>
                        <a:gd name="connsiteX3" fmla="*/ 868344 w 1215075"/>
                        <a:gd name="connsiteY3" fmla="*/ 0 h 892362"/>
                        <a:gd name="connsiteX4" fmla="*/ 886986 w 1215075"/>
                        <a:gd name="connsiteY4" fmla="*/ 33295 h 892362"/>
                        <a:gd name="connsiteX5" fmla="*/ 927824 w 1215075"/>
                        <a:gd name="connsiteY5" fmla="*/ 40925 h 892362"/>
                        <a:gd name="connsiteX6" fmla="*/ 927824 w 1215075"/>
                        <a:gd name="connsiteY6" fmla="*/ 74826 h 892362"/>
                        <a:gd name="connsiteX7" fmla="*/ 953488 w 1215075"/>
                        <a:gd name="connsiteY7" fmla="*/ 74826 h 892362"/>
                        <a:gd name="connsiteX8" fmla="*/ 953488 w 1215075"/>
                        <a:gd name="connsiteY8" fmla="*/ 112196 h 892362"/>
                        <a:gd name="connsiteX9" fmla="*/ 1048083 w 1215075"/>
                        <a:gd name="connsiteY9" fmla="*/ 112196 h 892362"/>
                        <a:gd name="connsiteX10" fmla="*/ 1048083 w 1215075"/>
                        <a:gd name="connsiteY10" fmla="*/ 130837 h 892362"/>
                        <a:gd name="connsiteX11" fmla="*/ 1083111 w 1215075"/>
                        <a:gd name="connsiteY11" fmla="*/ 130837 h 892362"/>
                        <a:gd name="connsiteX12" fmla="*/ 1083111 w 1215075"/>
                        <a:gd name="connsiteY12" fmla="*/ 100491 h 892362"/>
                        <a:gd name="connsiteX13" fmla="*/ 1100625 w 1215075"/>
                        <a:gd name="connsiteY13" fmla="*/ 100491 h 892362"/>
                        <a:gd name="connsiteX14" fmla="*/ 1132186 w 1215075"/>
                        <a:gd name="connsiteY14" fmla="*/ 81849 h 892362"/>
                        <a:gd name="connsiteX15" fmla="*/ 1132186 w 1215075"/>
                        <a:gd name="connsiteY15" fmla="*/ 127369 h 892362"/>
                        <a:gd name="connsiteX16" fmla="*/ 1168342 w 1215075"/>
                        <a:gd name="connsiteY16" fmla="*/ 130837 h 892362"/>
                        <a:gd name="connsiteX17" fmla="*/ 1175365 w 1215075"/>
                        <a:gd name="connsiteY17" fmla="*/ 147224 h 892362"/>
                        <a:gd name="connsiteX18" fmla="*/ 1203370 w 1215075"/>
                        <a:gd name="connsiteY18" fmla="*/ 156588 h 892362"/>
                        <a:gd name="connsiteX19" fmla="*/ 1215075 w 1215075"/>
                        <a:gd name="connsiteY19" fmla="*/ 188149 h 892362"/>
                        <a:gd name="connsiteX20" fmla="*/ 1182388 w 1215075"/>
                        <a:gd name="connsiteY20" fmla="*/ 251183 h 892362"/>
                        <a:gd name="connsiteX21" fmla="*/ 1167214 w 1215075"/>
                        <a:gd name="connsiteY21" fmla="*/ 294362 h 892362"/>
                        <a:gd name="connsiteX22" fmla="*/ 1166087 w 1215075"/>
                        <a:gd name="connsiteY22" fmla="*/ 329390 h 892362"/>
                        <a:gd name="connsiteX23" fmla="*/ 1134527 w 1215075"/>
                        <a:gd name="connsiteY23" fmla="*/ 369101 h 892362"/>
                        <a:gd name="connsiteX24" fmla="*/ 1073834 w 1215075"/>
                        <a:gd name="connsiteY24" fmla="*/ 378465 h 892362"/>
                        <a:gd name="connsiteX25" fmla="*/ 1072707 w 1215075"/>
                        <a:gd name="connsiteY25" fmla="*/ 422857 h 892362"/>
                        <a:gd name="connsiteX26" fmla="*/ 1049383 w 1215075"/>
                        <a:gd name="connsiteY26" fmla="*/ 427540 h 892362"/>
                        <a:gd name="connsiteX27" fmla="*/ 1004990 w 1215075"/>
                        <a:gd name="connsiteY27" fmla="*/ 546671 h 892362"/>
                        <a:gd name="connsiteX28" fmla="*/ 967621 w 1215075"/>
                        <a:gd name="connsiteY28" fmla="*/ 546671 h 892362"/>
                        <a:gd name="connsiteX29" fmla="*/ 966494 w 1215075"/>
                        <a:gd name="connsiteY29" fmla="*/ 574677 h 892362"/>
                        <a:gd name="connsiteX30" fmla="*/ 976985 w 1215075"/>
                        <a:gd name="connsiteY30" fmla="*/ 574677 h 892362"/>
                        <a:gd name="connsiteX31" fmla="*/ 938488 w 1215075"/>
                        <a:gd name="connsiteY31" fmla="*/ 669272 h 892362"/>
                        <a:gd name="connsiteX32" fmla="*/ 911610 w 1215075"/>
                        <a:gd name="connsiteY32" fmla="*/ 788403 h 892362"/>
                        <a:gd name="connsiteX33" fmla="*/ 671092 w 1215075"/>
                        <a:gd name="connsiteY33" fmla="*/ 788403 h 892362"/>
                        <a:gd name="connsiteX34" fmla="*/ 669965 w 1215075"/>
                        <a:gd name="connsiteY34" fmla="*/ 892362 h 892362"/>
                        <a:gd name="connsiteX0" fmla="*/ 0 w 1215075"/>
                        <a:gd name="connsiteY0" fmla="*/ 59566 h 788403"/>
                        <a:gd name="connsiteX1" fmla="*/ 570602 w 1215075"/>
                        <a:gd name="connsiteY1" fmla="*/ 66589 h 788403"/>
                        <a:gd name="connsiteX2" fmla="*/ 528550 w 1215075"/>
                        <a:gd name="connsiteY2" fmla="*/ 0 h 788403"/>
                        <a:gd name="connsiteX3" fmla="*/ 868344 w 1215075"/>
                        <a:gd name="connsiteY3" fmla="*/ 0 h 788403"/>
                        <a:gd name="connsiteX4" fmla="*/ 886986 w 1215075"/>
                        <a:gd name="connsiteY4" fmla="*/ 33295 h 788403"/>
                        <a:gd name="connsiteX5" fmla="*/ 927824 w 1215075"/>
                        <a:gd name="connsiteY5" fmla="*/ 40925 h 788403"/>
                        <a:gd name="connsiteX6" fmla="*/ 927824 w 1215075"/>
                        <a:gd name="connsiteY6" fmla="*/ 74826 h 788403"/>
                        <a:gd name="connsiteX7" fmla="*/ 953488 w 1215075"/>
                        <a:gd name="connsiteY7" fmla="*/ 74826 h 788403"/>
                        <a:gd name="connsiteX8" fmla="*/ 953488 w 1215075"/>
                        <a:gd name="connsiteY8" fmla="*/ 112196 h 788403"/>
                        <a:gd name="connsiteX9" fmla="*/ 1048083 w 1215075"/>
                        <a:gd name="connsiteY9" fmla="*/ 112196 h 788403"/>
                        <a:gd name="connsiteX10" fmla="*/ 1048083 w 1215075"/>
                        <a:gd name="connsiteY10" fmla="*/ 130837 h 788403"/>
                        <a:gd name="connsiteX11" fmla="*/ 1083111 w 1215075"/>
                        <a:gd name="connsiteY11" fmla="*/ 130837 h 788403"/>
                        <a:gd name="connsiteX12" fmla="*/ 1083111 w 1215075"/>
                        <a:gd name="connsiteY12" fmla="*/ 100491 h 788403"/>
                        <a:gd name="connsiteX13" fmla="*/ 1100625 w 1215075"/>
                        <a:gd name="connsiteY13" fmla="*/ 100491 h 788403"/>
                        <a:gd name="connsiteX14" fmla="*/ 1132186 w 1215075"/>
                        <a:gd name="connsiteY14" fmla="*/ 81849 h 788403"/>
                        <a:gd name="connsiteX15" fmla="*/ 1132186 w 1215075"/>
                        <a:gd name="connsiteY15" fmla="*/ 127369 h 788403"/>
                        <a:gd name="connsiteX16" fmla="*/ 1168342 w 1215075"/>
                        <a:gd name="connsiteY16" fmla="*/ 130837 h 788403"/>
                        <a:gd name="connsiteX17" fmla="*/ 1175365 w 1215075"/>
                        <a:gd name="connsiteY17" fmla="*/ 147224 h 788403"/>
                        <a:gd name="connsiteX18" fmla="*/ 1203370 w 1215075"/>
                        <a:gd name="connsiteY18" fmla="*/ 156588 h 788403"/>
                        <a:gd name="connsiteX19" fmla="*/ 1215075 w 1215075"/>
                        <a:gd name="connsiteY19" fmla="*/ 188149 h 788403"/>
                        <a:gd name="connsiteX20" fmla="*/ 1182388 w 1215075"/>
                        <a:gd name="connsiteY20" fmla="*/ 251183 h 788403"/>
                        <a:gd name="connsiteX21" fmla="*/ 1167214 w 1215075"/>
                        <a:gd name="connsiteY21" fmla="*/ 294362 h 788403"/>
                        <a:gd name="connsiteX22" fmla="*/ 1166087 w 1215075"/>
                        <a:gd name="connsiteY22" fmla="*/ 329390 h 788403"/>
                        <a:gd name="connsiteX23" fmla="*/ 1134527 w 1215075"/>
                        <a:gd name="connsiteY23" fmla="*/ 369101 h 788403"/>
                        <a:gd name="connsiteX24" fmla="*/ 1073834 w 1215075"/>
                        <a:gd name="connsiteY24" fmla="*/ 378465 h 788403"/>
                        <a:gd name="connsiteX25" fmla="*/ 1072707 w 1215075"/>
                        <a:gd name="connsiteY25" fmla="*/ 422857 h 788403"/>
                        <a:gd name="connsiteX26" fmla="*/ 1049383 w 1215075"/>
                        <a:gd name="connsiteY26" fmla="*/ 427540 h 788403"/>
                        <a:gd name="connsiteX27" fmla="*/ 1004990 w 1215075"/>
                        <a:gd name="connsiteY27" fmla="*/ 546671 h 788403"/>
                        <a:gd name="connsiteX28" fmla="*/ 967621 w 1215075"/>
                        <a:gd name="connsiteY28" fmla="*/ 546671 h 788403"/>
                        <a:gd name="connsiteX29" fmla="*/ 966494 w 1215075"/>
                        <a:gd name="connsiteY29" fmla="*/ 574677 h 788403"/>
                        <a:gd name="connsiteX30" fmla="*/ 976985 w 1215075"/>
                        <a:gd name="connsiteY30" fmla="*/ 574677 h 788403"/>
                        <a:gd name="connsiteX31" fmla="*/ 938488 w 1215075"/>
                        <a:gd name="connsiteY31" fmla="*/ 669272 h 788403"/>
                        <a:gd name="connsiteX32" fmla="*/ 911610 w 1215075"/>
                        <a:gd name="connsiteY32" fmla="*/ 788403 h 788403"/>
                        <a:gd name="connsiteX33" fmla="*/ 671092 w 1215075"/>
                        <a:gd name="connsiteY33" fmla="*/ 788403 h 788403"/>
                        <a:gd name="connsiteX0" fmla="*/ 0 w 1215075"/>
                        <a:gd name="connsiteY0" fmla="*/ 59566 h 788403"/>
                        <a:gd name="connsiteX1" fmla="*/ 570602 w 1215075"/>
                        <a:gd name="connsiteY1" fmla="*/ 66589 h 788403"/>
                        <a:gd name="connsiteX2" fmla="*/ 528550 w 1215075"/>
                        <a:gd name="connsiteY2" fmla="*/ 0 h 788403"/>
                        <a:gd name="connsiteX3" fmla="*/ 868344 w 1215075"/>
                        <a:gd name="connsiteY3" fmla="*/ 0 h 788403"/>
                        <a:gd name="connsiteX4" fmla="*/ 886986 w 1215075"/>
                        <a:gd name="connsiteY4" fmla="*/ 33295 h 788403"/>
                        <a:gd name="connsiteX5" fmla="*/ 927824 w 1215075"/>
                        <a:gd name="connsiteY5" fmla="*/ 40925 h 788403"/>
                        <a:gd name="connsiteX6" fmla="*/ 927824 w 1215075"/>
                        <a:gd name="connsiteY6" fmla="*/ 74826 h 788403"/>
                        <a:gd name="connsiteX7" fmla="*/ 953488 w 1215075"/>
                        <a:gd name="connsiteY7" fmla="*/ 74826 h 788403"/>
                        <a:gd name="connsiteX8" fmla="*/ 953488 w 1215075"/>
                        <a:gd name="connsiteY8" fmla="*/ 112196 h 788403"/>
                        <a:gd name="connsiteX9" fmla="*/ 1048083 w 1215075"/>
                        <a:gd name="connsiteY9" fmla="*/ 112196 h 788403"/>
                        <a:gd name="connsiteX10" fmla="*/ 1048083 w 1215075"/>
                        <a:gd name="connsiteY10" fmla="*/ 130837 h 788403"/>
                        <a:gd name="connsiteX11" fmla="*/ 1083111 w 1215075"/>
                        <a:gd name="connsiteY11" fmla="*/ 130837 h 788403"/>
                        <a:gd name="connsiteX12" fmla="*/ 1083111 w 1215075"/>
                        <a:gd name="connsiteY12" fmla="*/ 100491 h 788403"/>
                        <a:gd name="connsiteX13" fmla="*/ 1100625 w 1215075"/>
                        <a:gd name="connsiteY13" fmla="*/ 100491 h 788403"/>
                        <a:gd name="connsiteX14" fmla="*/ 1132186 w 1215075"/>
                        <a:gd name="connsiteY14" fmla="*/ 81849 h 788403"/>
                        <a:gd name="connsiteX15" fmla="*/ 1132186 w 1215075"/>
                        <a:gd name="connsiteY15" fmla="*/ 127369 h 788403"/>
                        <a:gd name="connsiteX16" fmla="*/ 1168342 w 1215075"/>
                        <a:gd name="connsiteY16" fmla="*/ 130837 h 788403"/>
                        <a:gd name="connsiteX17" fmla="*/ 1175365 w 1215075"/>
                        <a:gd name="connsiteY17" fmla="*/ 147224 h 788403"/>
                        <a:gd name="connsiteX18" fmla="*/ 1203370 w 1215075"/>
                        <a:gd name="connsiteY18" fmla="*/ 156588 h 788403"/>
                        <a:gd name="connsiteX19" fmla="*/ 1215075 w 1215075"/>
                        <a:gd name="connsiteY19" fmla="*/ 188149 h 788403"/>
                        <a:gd name="connsiteX20" fmla="*/ 1182388 w 1215075"/>
                        <a:gd name="connsiteY20" fmla="*/ 251183 h 788403"/>
                        <a:gd name="connsiteX21" fmla="*/ 1167214 w 1215075"/>
                        <a:gd name="connsiteY21" fmla="*/ 294362 h 788403"/>
                        <a:gd name="connsiteX22" fmla="*/ 1166087 w 1215075"/>
                        <a:gd name="connsiteY22" fmla="*/ 329390 h 788403"/>
                        <a:gd name="connsiteX23" fmla="*/ 1134527 w 1215075"/>
                        <a:gd name="connsiteY23" fmla="*/ 369101 h 788403"/>
                        <a:gd name="connsiteX24" fmla="*/ 1073834 w 1215075"/>
                        <a:gd name="connsiteY24" fmla="*/ 378465 h 788403"/>
                        <a:gd name="connsiteX25" fmla="*/ 1072707 w 1215075"/>
                        <a:gd name="connsiteY25" fmla="*/ 422857 h 788403"/>
                        <a:gd name="connsiteX26" fmla="*/ 1049383 w 1215075"/>
                        <a:gd name="connsiteY26" fmla="*/ 427540 h 788403"/>
                        <a:gd name="connsiteX27" fmla="*/ 1004990 w 1215075"/>
                        <a:gd name="connsiteY27" fmla="*/ 546671 h 788403"/>
                        <a:gd name="connsiteX28" fmla="*/ 967621 w 1215075"/>
                        <a:gd name="connsiteY28" fmla="*/ 546671 h 788403"/>
                        <a:gd name="connsiteX29" fmla="*/ 966494 w 1215075"/>
                        <a:gd name="connsiteY29" fmla="*/ 574677 h 788403"/>
                        <a:gd name="connsiteX30" fmla="*/ 976985 w 1215075"/>
                        <a:gd name="connsiteY30" fmla="*/ 574677 h 788403"/>
                        <a:gd name="connsiteX31" fmla="*/ 938488 w 1215075"/>
                        <a:gd name="connsiteY31" fmla="*/ 669272 h 788403"/>
                        <a:gd name="connsiteX32" fmla="*/ 911610 w 1215075"/>
                        <a:gd name="connsiteY32" fmla="*/ 788403 h 788403"/>
                        <a:gd name="connsiteX0" fmla="*/ 0 w 1215075"/>
                        <a:gd name="connsiteY0" fmla="*/ 59566 h 669272"/>
                        <a:gd name="connsiteX1" fmla="*/ 570602 w 1215075"/>
                        <a:gd name="connsiteY1" fmla="*/ 66589 h 669272"/>
                        <a:gd name="connsiteX2" fmla="*/ 528550 w 1215075"/>
                        <a:gd name="connsiteY2" fmla="*/ 0 h 669272"/>
                        <a:gd name="connsiteX3" fmla="*/ 868344 w 1215075"/>
                        <a:gd name="connsiteY3" fmla="*/ 0 h 669272"/>
                        <a:gd name="connsiteX4" fmla="*/ 886986 w 1215075"/>
                        <a:gd name="connsiteY4" fmla="*/ 33295 h 669272"/>
                        <a:gd name="connsiteX5" fmla="*/ 927824 w 1215075"/>
                        <a:gd name="connsiteY5" fmla="*/ 40925 h 669272"/>
                        <a:gd name="connsiteX6" fmla="*/ 927824 w 1215075"/>
                        <a:gd name="connsiteY6" fmla="*/ 74826 h 669272"/>
                        <a:gd name="connsiteX7" fmla="*/ 953488 w 1215075"/>
                        <a:gd name="connsiteY7" fmla="*/ 74826 h 669272"/>
                        <a:gd name="connsiteX8" fmla="*/ 953488 w 1215075"/>
                        <a:gd name="connsiteY8" fmla="*/ 112196 h 669272"/>
                        <a:gd name="connsiteX9" fmla="*/ 1048083 w 1215075"/>
                        <a:gd name="connsiteY9" fmla="*/ 112196 h 669272"/>
                        <a:gd name="connsiteX10" fmla="*/ 1048083 w 1215075"/>
                        <a:gd name="connsiteY10" fmla="*/ 130837 h 669272"/>
                        <a:gd name="connsiteX11" fmla="*/ 1083111 w 1215075"/>
                        <a:gd name="connsiteY11" fmla="*/ 130837 h 669272"/>
                        <a:gd name="connsiteX12" fmla="*/ 1083111 w 1215075"/>
                        <a:gd name="connsiteY12" fmla="*/ 100491 h 669272"/>
                        <a:gd name="connsiteX13" fmla="*/ 1100625 w 1215075"/>
                        <a:gd name="connsiteY13" fmla="*/ 100491 h 669272"/>
                        <a:gd name="connsiteX14" fmla="*/ 1132186 w 1215075"/>
                        <a:gd name="connsiteY14" fmla="*/ 81849 h 669272"/>
                        <a:gd name="connsiteX15" fmla="*/ 1132186 w 1215075"/>
                        <a:gd name="connsiteY15" fmla="*/ 127369 h 669272"/>
                        <a:gd name="connsiteX16" fmla="*/ 1168342 w 1215075"/>
                        <a:gd name="connsiteY16" fmla="*/ 130837 h 669272"/>
                        <a:gd name="connsiteX17" fmla="*/ 1175365 w 1215075"/>
                        <a:gd name="connsiteY17" fmla="*/ 147224 h 669272"/>
                        <a:gd name="connsiteX18" fmla="*/ 1203370 w 1215075"/>
                        <a:gd name="connsiteY18" fmla="*/ 156588 h 669272"/>
                        <a:gd name="connsiteX19" fmla="*/ 1215075 w 1215075"/>
                        <a:gd name="connsiteY19" fmla="*/ 188149 h 669272"/>
                        <a:gd name="connsiteX20" fmla="*/ 1182388 w 1215075"/>
                        <a:gd name="connsiteY20" fmla="*/ 251183 h 669272"/>
                        <a:gd name="connsiteX21" fmla="*/ 1167214 w 1215075"/>
                        <a:gd name="connsiteY21" fmla="*/ 294362 h 669272"/>
                        <a:gd name="connsiteX22" fmla="*/ 1166087 w 1215075"/>
                        <a:gd name="connsiteY22" fmla="*/ 329390 h 669272"/>
                        <a:gd name="connsiteX23" fmla="*/ 1134527 w 1215075"/>
                        <a:gd name="connsiteY23" fmla="*/ 369101 h 669272"/>
                        <a:gd name="connsiteX24" fmla="*/ 1073834 w 1215075"/>
                        <a:gd name="connsiteY24" fmla="*/ 378465 h 669272"/>
                        <a:gd name="connsiteX25" fmla="*/ 1072707 w 1215075"/>
                        <a:gd name="connsiteY25" fmla="*/ 422857 h 669272"/>
                        <a:gd name="connsiteX26" fmla="*/ 1049383 w 1215075"/>
                        <a:gd name="connsiteY26" fmla="*/ 427540 h 669272"/>
                        <a:gd name="connsiteX27" fmla="*/ 1004990 w 1215075"/>
                        <a:gd name="connsiteY27" fmla="*/ 546671 h 669272"/>
                        <a:gd name="connsiteX28" fmla="*/ 967621 w 1215075"/>
                        <a:gd name="connsiteY28" fmla="*/ 546671 h 669272"/>
                        <a:gd name="connsiteX29" fmla="*/ 966494 w 1215075"/>
                        <a:gd name="connsiteY29" fmla="*/ 574677 h 669272"/>
                        <a:gd name="connsiteX30" fmla="*/ 976985 w 1215075"/>
                        <a:gd name="connsiteY30" fmla="*/ 574677 h 669272"/>
                        <a:gd name="connsiteX31" fmla="*/ 938488 w 1215075"/>
                        <a:gd name="connsiteY31" fmla="*/ 669272 h 669272"/>
                        <a:gd name="connsiteX0" fmla="*/ 0 w 1215075"/>
                        <a:gd name="connsiteY0" fmla="*/ 59566 h 574677"/>
                        <a:gd name="connsiteX1" fmla="*/ 570602 w 1215075"/>
                        <a:gd name="connsiteY1" fmla="*/ 66589 h 574677"/>
                        <a:gd name="connsiteX2" fmla="*/ 528550 w 1215075"/>
                        <a:gd name="connsiteY2" fmla="*/ 0 h 574677"/>
                        <a:gd name="connsiteX3" fmla="*/ 868344 w 1215075"/>
                        <a:gd name="connsiteY3" fmla="*/ 0 h 574677"/>
                        <a:gd name="connsiteX4" fmla="*/ 886986 w 1215075"/>
                        <a:gd name="connsiteY4" fmla="*/ 33295 h 574677"/>
                        <a:gd name="connsiteX5" fmla="*/ 927824 w 1215075"/>
                        <a:gd name="connsiteY5" fmla="*/ 40925 h 574677"/>
                        <a:gd name="connsiteX6" fmla="*/ 927824 w 1215075"/>
                        <a:gd name="connsiteY6" fmla="*/ 74826 h 574677"/>
                        <a:gd name="connsiteX7" fmla="*/ 953488 w 1215075"/>
                        <a:gd name="connsiteY7" fmla="*/ 74826 h 574677"/>
                        <a:gd name="connsiteX8" fmla="*/ 953488 w 1215075"/>
                        <a:gd name="connsiteY8" fmla="*/ 112196 h 574677"/>
                        <a:gd name="connsiteX9" fmla="*/ 1048083 w 1215075"/>
                        <a:gd name="connsiteY9" fmla="*/ 112196 h 574677"/>
                        <a:gd name="connsiteX10" fmla="*/ 1048083 w 1215075"/>
                        <a:gd name="connsiteY10" fmla="*/ 130837 h 574677"/>
                        <a:gd name="connsiteX11" fmla="*/ 1083111 w 1215075"/>
                        <a:gd name="connsiteY11" fmla="*/ 130837 h 574677"/>
                        <a:gd name="connsiteX12" fmla="*/ 1083111 w 1215075"/>
                        <a:gd name="connsiteY12" fmla="*/ 100491 h 574677"/>
                        <a:gd name="connsiteX13" fmla="*/ 1100625 w 1215075"/>
                        <a:gd name="connsiteY13" fmla="*/ 100491 h 574677"/>
                        <a:gd name="connsiteX14" fmla="*/ 1132186 w 1215075"/>
                        <a:gd name="connsiteY14" fmla="*/ 81849 h 574677"/>
                        <a:gd name="connsiteX15" fmla="*/ 1132186 w 1215075"/>
                        <a:gd name="connsiteY15" fmla="*/ 127369 h 574677"/>
                        <a:gd name="connsiteX16" fmla="*/ 1168342 w 1215075"/>
                        <a:gd name="connsiteY16" fmla="*/ 130837 h 574677"/>
                        <a:gd name="connsiteX17" fmla="*/ 1175365 w 1215075"/>
                        <a:gd name="connsiteY17" fmla="*/ 147224 h 574677"/>
                        <a:gd name="connsiteX18" fmla="*/ 1203370 w 1215075"/>
                        <a:gd name="connsiteY18" fmla="*/ 156588 h 574677"/>
                        <a:gd name="connsiteX19" fmla="*/ 1215075 w 1215075"/>
                        <a:gd name="connsiteY19" fmla="*/ 188149 h 574677"/>
                        <a:gd name="connsiteX20" fmla="*/ 1182388 w 1215075"/>
                        <a:gd name="connsiteY20" fmla="*/ 251183 h 574677"/>
                        <a:gd name="connsiteX21" fmla="*/ 1167214 w 1215075"/>
                        <a:gd name="connsiteY21" fmla="*/ 294362 h 574677"/>
                        <a:gd name="connsiteX22" fmla="*/ 1166087 w 1215075"/>
                        <a:gd name="connsiteY22" fmla="*/ 329390 h 574677"/>
                        <a:gd name="connsiteX23" fmla="*/ 1134527 w 1215075"/>
                        <a:gd name="connsiteY23" fmla="*/ 369101 h 574677"/>
                        <a:gd name="connsiteX24" fmla="*/ 1073834 w 1215075"/>
                        <a:gd name="connsiteY24" fmla="*/ 378465 h 574677"/>
                        <a:gd name="connsiteX25" fmla="*/ 1072707 w 1215075"/>
                        <a:gd name="connsiteY25" fmla="*/ 422857 h 574677"/>
                        <a:gd name="connsiteX26" fmla="*/ 1049383 w 1215075"/>
                        <a:gd name="connsiteY26" fmla="*/ 427540 h 574677"/>
                        <a:gd name="connsiteX27" fmla="*/ 1004990 w 1215075"/>
                        <a:gd name="connsiteY27" fmla="*/ 546671 h 574677"/>
                        <a:gd name="connsiteX28" fmla="*/ 967621 w 1215075"/>
                        <a:gd name="connsiteY28" fmla="*/ 546671 h 574677"/>
                        <a:gd name="connsiteX29" fmla="*/ 966494 w 1215075"/>
                        <a:gd name="connsiteY29" fmla="*/ 574677 h 574677"/>
                        <a:gd name="connsiteX30" fmla="*/ 976985 w 1215075"/>
                        <a:gd name="connsiteY30" fmla="*/ 574677 h 574677"/>
                        <a:gd name="connsiteX0" fmla="*/ 0 w 1215075"/>
                        <a:gd name="connsiteY0" fmla="*/ 59566 h 574677"/>
                        <a:gd name="connsiteX1" fmla="*/ 570602 w 1215075"/>
                        <a:gd name="connsiteY1" fmla="*/ 66589 h 574677"/>
                        <a:gd name="connsiteX2" fmla="*/ 528550 w 1215075"/>
                        <a:gd name="connsiteY2" fmla="*/ 0 h 574677"/>
                        <a:gd name="connsiteX3" fmla="*/ 868344 w 1215075"/>
                        <a:gd name="connsiteY3" fmla="*/ 0 h 574677"/>
                        <a:gd name="connsiteX4" fmla="*/ 886986 w 1215075"/>
                        <a:gd name="connsiteY4" fmla="*/ 33295 h 574677"/>
                        <a:gd name="connsiteX5" fmla="*/ 927824 w 1215075"/>
                        <a:gd name="connsiteY5" fmla="*/ 40925 h 574677"/>
                        <a:gd name="connsiteX6" fmla="*/ 927824 w 1215075"/>
                        <a:gd name="connsiteY6" fmla="*/ 74826 h 574677"/>
                        <a:gd name="connsiteX7" fmla="*/ 953488 w 1215075"/>
                        <a:gd name="connsiteY7" fmla="*/ 74826 h 574677"/>
                        <a:gd name="connsiteX8" fmla="*/ 953488 w 1215075"/>
                        <a:gd name="connsiteY8" fmla="*/ 112196 h 574677"/>
                        <a:gd name="connsiteX9" fmla="*/ 1048083 w 1215075"/>
                        <a:gd name="connsiteY9" fmla="*/ 112196 h 574677"/>
                        <a:gd name="connsiteX10" fmla="*/ 1048083 w 1215075"/>
                        <a:gd name="connsiteY10" fmla="*/ 130837 h 574677"/>
                        <a:gd name="connsiteX11" fmla="*/ 1083111 w 1215075"/>
                        <a:gd name="connsiteY11" fmla="*/ 130837 h 574677"/>
                        <a:gd name="connsiteX12" fmla="*/ 1083111 w 1215075"/>
                        <a:gd name="connsiteY12" fmla="*/ 100491 h 574677"/>
                        <a:gd name="connsiteX13" fmla="*/ 1100625 w 1215075"/>
                        <a:gd name="connsiteY13" fmla="*/ 100491 h 574677"/>
                        <a:gd name="connsiteX14" fmla="*/ 1132186 w 1215075"/>
                        <a:gd name="connsiteY14" fmla="*/ 81849 h 574677"/>
                        <a:gd name="connsiteX15" fmla="*/ 1132186 w 1215075"/>
                        <a:gd name="connsiteY15" fmla="*/ 127369 h 574677"/>
                        <a:gd name="connsiteX16" fmla="*/ 1168342 w 1215075"/>
                        <a:gd name="connsiteY16" fmla="*/ 130837 h 574677"/>
                        <a:gd name="connsiteX17" fmla="*/ 1175365 w 1215075"/>
                        <a:gd name="connsiteY17" fmla="*/ 147224 h 574677"/>
                        <a:gd name="connsiteX18" fmla="*/ 1203370 w 1215075"/>
                        <a:gd name="connsiteY18" fmla="*/ 156588 h 574677"/>
                        <a:gd name="connsiteX19" fmla="*/ 1215075 w 1215075"/>
                        <a:gd name="connsiteY19" fmla="*/ 188149 h 574677"/>
                        <a:gd name="connsiteX20" fmla="*/ 1182388 w 1215075"/>
                        <a:gd name="connsiteY20" fmla="*/ 251183 h 574677"/>
                        <a:gd name="connsiteX21" fmla="*/ 1167214 w 1215075"/>
                        <a:gd name="connsiteY21" fmla="*/ 294362 h 574677"/>
                        <a:gd name="connsiteX22" fmla="*/ 1166087 w 1215075"/>
                        <a:gd name="connsiteY22" fmla="*/ 329390 h 574677"/>
                        <a:gd name="connsiteX23" fmla="*/ 1134527 w 1215075"/>
                        <a:gd name="connsiteY23" fmla="*/ 369101 h 574677"/>
                        <a:gd name="connsiteX24" fmla="*/ 1073834 w 1215075"/>
                        <a:gd name="connsiteY24" fmla="*/ 378465 h 574677"/>
                        <a:gd name="connsiteX25" fmla="*/ 1072707 w 1215075"/>
                        <a:gd name="connsiteY25" fmla="*/ 422857 h 574677"/>
                        <a:gd name="connsiteX26" fmla="*/ 1049383 w 1215075"/>
                        <a:gd name="connsiteY26" fmla="*/ 427540 h 574677"/>
                        <a:gd name="connsiteX27" fmla="*/ 1004990 w 1215075"/>
                        <a:gd name="connsiteY27" fmla="*/ 546671 h 574677"/>
                        <a:gd name="connsiteX28" fmla="*/ 967621 w 1215075"/>
                        <a:gd name="connsiteY28" fmla="*/ 546671 h 574677"/>
                        <a:gd name="connsiteX29" fmla="*/ 966494 w 1215075"/>
                        <a:gd name="connsiteY29" fmla="*/ 574677 h 574677"/>
                        <a:gd name="connsiteX0" fmla="*/ 0 w 1215075"/>
                        <a:gd name="connsiteY0" fmla="*/ 59566 h 574677"/>
                        <a:gd name="connsiteX1" fmla="*/ 570602 w 1215075"/>
                        <a:gd name="connsiteY1" fmla="*/ 66589 h 574677"/>
                        <a:gd name="connsiteX2" fmla="*/ 528550 w 1215075"/>
                        <a:gd name="connsiteY2" fmla="*/ 0 h 574677"/>
                        <a:gd name="connsiteX3" fmla="*/ 868344 w 1215075"/>
                        <a:gd name="connsiteY3" fmla="*/ 0 h 574677"/>
                        <a:gd name="connsiteX4" fmla="*/ 886986 w 1215075"/>
                        <a:gd name="connsiteY4" fmla="*/ 33295 h 574677"/>
                        <a:gd name="connsiteX5" fmla="*/ 927824 w 1215075"/>
                        <a:gd name="connsiteY5" fmla="*/ 40925 h 574677"/>
                        <a:gd name="connsiteX6" fmla="*/ 927824 w 1215075"/>
                        <a:gd name="connsiteY6" fmla="*/ 74826 h 574677"/>
                        <a:gd name="connsiteX7" fmla="*/ 953488 w 1215075"/>
                        <a:gd name="connsiteY7" fmla="*/ 74826 h 574677"/>
                        <a:gd name="connsiteX8" fmla="*/ 953488 w 1215075"/>
                        <a:gd name="connsiteY8" fmla="*/ 112196 h 574677"/>
                        <a:gd name="connsiteX9" fmla="*/ 1048083 w 1215075"/>
                        <a:gd name="connsiteY9" fmla="*/ 112196 h 574677"/>
                        <a:gd name="connsiteX10" fmla="*/ 1048083 w 1215075"/>
                        <a:gd name="connsiteY10" fmla="*/ 130837 h 574677"/>
                        <a:gd name="connsiteX11" fmla="*/ 1083111 w 1215075"/>
                        <a:gd name="connsiteY11" fmla="*/ 130837 h 574677"/>
                        <a:gd name="connsiteX12" fmla="*/ 1083111 w 1215075"/>
                        <a:gd name="connsiteY12" fmla="*/ 100491 h 574677"/>
                        <a:gd name="connsiteX13" fmla="*/ 1100625 w 1215075"/>
                        <a:gd name="connsiteY13" fmla="*/ 100491 h 574677"/>
                        <a:gd name="connsiteX14" fmla="*/ 1132186 w 1215075"/>
                        <a:gd name="connsiteY14" fmla="*/ 81849 h 574677"/>
                        <a:gd name="connsiteX15" fmla="*/ 1132186 w 1215075"/>
                        <a:gd name="connsiteY15" fmla="*/ 127369 h 574677"/>
                        <a:gd name="connsiteX16" fmla="*/ 1168342 w 1215075"/>
                        <a:gd name="connsiteY16" fmla="*/ 130837 h 574677"/>
                        <a:gd name="connsiteX17" fmla="*/ 1175365 w 1215075"/>
                        <a:gd name="connsiteY17" fmla="*/ 147224 h 574677"/>
                        <a:gd name="connsiteX18" fmla="*/ 1203370 w 1215075"/>
                        <a:gd name="connsiteY18" fmla="*/ 156588 h 574677"/>
                        <a:gd name="connsiteX19" fmla="*/ 1215075 w 1215075"/>
                        <a:gd name="connsiteY19" fmla="*/ 188149 h 574677"/>
                        <a:gd name="connsiteX20" fmla="*/ 1182388 w 1215075"/>
                        <a:gd name="connsiteY20" fmla="*/ 251183 h 574677"/>
                        <a:gd name="connsiteX21" fmla="*/ 1167214 w 1215075"/>
                        <a:gd name="connsiteY21" fmla="*/ 294362 h 574677"/>
                        <a:gd name="connsiteX22" fmla="*/ 1166087 w 1215075"/>
                        <a:gd name="connsiteY22" fmla="*/ 329390 h 574677"/>
                        <a:gd name="connsiteX23" fmla="*/ 1134527 w 1215075"/>
                        <a:gd name="connsiteY23" fmla="*/ 369101 h 574677"/>
                        <a:gd name="connsiteX24" fmla="*/ 1073834 w 1215075"/>
                        <a:gd name="connsiteY24" fmla="*/ 378465 h 574677"/>
                        <a:gd name="connsiteX25" fmla="*/ 1072707 w 1215075"/>
                        <a:gd name="connsiteY25" fmla="*/ 422857 h 574677"/>
                        <a:gd name="connsiteX26" fmla="*/ 1049383 w 1215075"/>
                        <a:gd name="connsiteY26" fmla="*/ 427540 h 574677"/>
                        <a:gd name="connsiteX27" fmla="*/ 1004990 w 1215075"/>
                        <a:gd name="connsiteY27" fmla="*/ 546671 h 574677"/>
                        <a:gd name="connsiteX28" fmla="*/ 967621 w 1215075"/>
                        <a:gd name="connsiteY28" fmla="*/ 546671 h 574677"/>
                        <a:gd name="connsiteX29" fmla="*/ 966494 w 1215075"/>
                        <a:gd name="connsiteY29" fmla="*/ 574677 h 574677"/>
                        <a:gd name="connsiteX0" fmla="*/ 0 w 1215075"/>
                        <a:gd name="connsiteY0" fmla="*/ 59566 h 546671"/>
                        <a:gd name="connsiteX1" fmla="*/ 570602 w 1215075"/>
                        <a:gd name="connsiteY1" fmla="*/ 66589 h 546671"/>
                        <a:gd name="connsiteX2" fmla="*/ 528550 w 1215075"/>
                        <a:gd name="connsiteY2" fmla="*/ 0 h 546671"/>
                        <a:gd name="connsiteX3" fmla="*/ 868344 w 1215075"/>
                        <a:gd name="connsiteY3" fmla="*/ 0 h 546671"/>
                        <a:gd name="connsiteX4" fmla="*/ 886986 w 1215075"/>
                        <a:gd name="connsiteY4" fmla="*/ 33295 h 546671"/>
                        <a:gd name="connsiteX5" fmla="*/ 927824 w 1215075"/>
                        <a:gd name="connsiteY5" fmla="*/ 40925 h 546671"/>
                        <a:gd name="connsiteX6" fmla="*/ 927824 w 1215075"/>
                        <a:gd name="connsiteY6" fmla="*/ 74826 h 546671"/>
                        <a:gd name="connsiteX7" fmla="*/ 953488 w 1215075"/>
                        <a:gd name="connsiteY7" fmla="*/ 74826 h 546671"/>
                        <a:gd name="connsiteX8" fmla="*/ 953488 w 1215075"/>
                        <a:gd name="connsiteY8" fmla="*/ 112196 h 546671"/>
                        <a:gd name="connsiteX9" fmla="*/ 1048083 w 1215075"/>
                        <a:gd name="connsiteY9" fmla="*/ 112196 h 546671"/>
                        <a:gd name="connsiteX10" fmla="*/ 1048083 w 1215075"/>
                        <a:gd name="connsiteY10" fmla="*/ 130837 h 546671"/>
                        <a:gd name="connsiteX11" fmla="*/ 1083111 w 1215075"/>
                        <a:gd name="connsiteY11" fmla="*/ 130837 h 546671"/>
                        <a:gd name="connsiteX12" fmla="*/ 1083111 w 1215075"/>
                        <a:gd name="connsiteY12" fmla="*/ 100491 h 546671"/>
                        <a:gd name="connsiteX13" fmla="*/ 1100625 w 1215075"/>
                        <a:gd name="connsiteY13" fmla="*/ 100491 h 546671"/>
                        <a:gd name="connsiteX14" fmla="*/ 1132186 w 1215075"/>
                        <a:gd name="connsiteY14" fmla="*/ 81849 h 546671"/>
                        <a:gd name="connsiteX15" fmla="*/ 1132186 w 1215075"/>
                        <a:gd name="connsiteY15" fmla="*/ 127369 h 546671"/>
                        <a:gd name="connsiteX16" fmla="*/ 1168342 w 1215075"/>
                        <a:gd name="connsiteY16" fmla="*/ 130837 h 546671"/>
                        <a:gd name="connsiteX17" fmla="*/ 1175365 w 1215075"/>
                        <a:gd name="connsiteY17" fmla="*/ 147224 h 546671"/>
                        <a:gd name="connsiteX18" fmla="*/ 1203370 w 1215075"/>
                        <a:gd name="connsiteY18" fmla="*/ 156588 h 546671"/>
                        <a:gd name="connsiteX19" fmla="*/ 1215075 w 1215075"/>
                        <a:gd name="connsiteY19" fmla="*/ 188149 h 546671"/>
                        <a:gd name="connsiteX20" fmla="*/ 1182388 w 1215075"/>
                        <a:gd name="connsiteY20" fmla="*/ 251183 h 546671"/>
                        <a:gd name="connsiteX21" fmla="*/ 1167214 w 1215075"/>
                        <a:gd name="connsiteY21" fmla="*/ 294362 h 546671"/>
                        <a:gd name="connsiteX22" fmla="*/ 1166087 w 1215075"/>
                        <a:gd name="connsiteY22" fmla="*/ 329390 h 546671"/>
                        <a:gd name="connsiteX23" fmla="*/ 1134527 w 1215075"/>
                        <a:gd name="connsiteY23" fmla="*/ 369101 h 546671"/>
                        <a:gd name="connsiteX24" fmla="*/ 1073834 w 1215075"/>
                        <a:gd name="connsiteY24" fmla="*/ 378465 h 546671"/>
                        <a:gd name="connsiteX25" fmla="*/ 1072707 w 1215075"/>
                        <a:gd name="connsiteY25" fmla="*/ 422857 h 546671"/>
                        <a:gd name="connsiteX26" fmla="*/ 1049383 w 1215075"/>
                        <a:gd name="connsiteY26" fmla="*/ 427540 h 546671"/>
                        <a:gd name="connsiteX27" fmla="*/ 1004990 w 1215075"/>
                        <a:gd name="connsiteY27" fmla="*/ 546671 h 546671"/>
                        <a:gd name="connsiteX28" fmla="*/ 967621 w 1215075"/>
                        <a:gd name="connsiteY28" fmla="*/ 546671 h 546671"/>
                        <a:gd name="connsiteX0" fmla="*/ 0 w 1215075"/>
                        <a:gd name="connsiteY0" fmla="*/ 59566 h 546671"/>
                        <a:gd name="connsiteX1" fmla="*/ 570602 w 1215075"/>
                        <a:gd name="connsiteY1" fmla="*/ 66589 h 546671"/>
                        <a:gd name="connsiteX2" fmla="*/ 528550 w 1215075"/>
                        <a:gd name="connsiteY2" fmla="*/ 0 h 546671"/>
                        <a:gd name="connsiteX3" fmla="*/ 868344 w 1215075"/>
                        <a:gd name="connsiteY3" fmla="*/ 0 h 546671"/>
                        <a:gd name="connsiteX4" fmla="*/ 886986 w 1215075"/>
                        <a:gd name="connsiteY4" fmla="*/ 33295 h 546671"/>
                        <a:gd name="connsiteX5" fmla="*/ 927824 w 1215075"/>
                        <a:gd name="connsiteY5" fmla="*/ 40925 h 546671"/>
                        <a:gd name="connsiteX6" fmla="*/ 927824 w 1215075"/>
                        <a:gd name="connsiteY6" fmla="*/ 74826 h 546671"/>
                        <a:gd name="connsiteX7" fmla="*/ 953488 w 1215075"/>
                        <a:gd name="connsiteY7" fmla="*/ 74826 h 546671"/>
                        <a:gd name="connsiteX8" fmla="*/ 953488 w 1215075"/>
                        <a:gd name="connsiteY8" fmla="*/ 112196 h 546671"/>
                        <a:gd name="connsiteX9" fmla="*/ 1048083 w 1215075"/>
                        <a:gd name="connsiteY9" fmla="*/ 112196 h 546671"/>
                        <a:gd name="connsiteX10" fmla="*/ 1048083 w 1215075"/>
                        <a:gd name="connsiteY10" fmla="*/ 130837 h 546671"/>
                        <a:gd name="connsiteX11" fmla="*/ 1083111 w 1215075"/>
                        <a:gd name="connsiteY11" fmla="*/ 130837 h 546671"/>
                        <a:gd name="connsiteX12" fmla="*/ 1083111 w 1215075"/>
                        <a:gd name="connsiteY12" fmla="*/ 100491 h 546671"/>
                        <a:gd name="connsiteX13" fmla="*/ 1100625 w 1215075"/>
                        <a:gd name="connsiteY13" fmla="*/ 100491 h 546671"/>
                        <a:gd name="connsiteX14" fmla="*/ 1132186 w 1215075"/>
                        <a:gd name="connsiteY14" fmla="*/ 81849 h 546671"/>
                        <a:gd name="connsiteX15" fmla="*/ 1132186 w 1215075"/>
                        <a:gd name="connsiteY15" fmla="*/ 127369 h 546671"/>
                        <a:gd name="connsiteX16" fmla="*/ 1168342 w 1215075"/>
                        <a:gd name="connsiteY16" fmla="*/ 130837 h 546671"/>
                        <a:gd name="connsiteX17" fmla="*/ 1175365 w 1215075"/>
                        <a:gd name="connsiteY17" fmla="*/ 147224 h 546671"/>
                        <a:gd name="connsiteX18" fmla="*/ 1203370 w 1215075"/>
                        <a:gd name="connsiteY18" fmla="*/ 156588 h 546671"/>
                        <a:gd name="connsiteX19" fmla="*/ 1215075 w 1215075"/>
                        <a:gd name="connsiteY19" fmla="*/ 188149 h 546671"/>
                        <a:gd name="connsiteX20" fmla="*/ 1182388 w 1215075"/>
                        <a:gd name="connsiteY20" fmla="*/ 251183 h 546671"/>
                        <a:gd name="connsiteX21" fmla="*/ 1167214 w 1215075"/>
                        <a:gd name="connsiteY21" fmla="*/ 294362 h 546671"/>
                        <a:gd name="connsiteX22" fmla="*/ 1166087 w 1215075"/>
                        <a:gd name="connsiteY22" fmla="*/ 329390 h 546671"/>
                        <a:gd name="connsiteX23" fmla="*/ 1134527 w 1215075"/>
                        <a:gd name="connsiteY23" fmla="*/ 369101 h 546671"/>
                        <a:gd name="connsiteX24" fmla="*/ 1073834 w 1215075"/>
                        <a:gd name="connsiteY24" fmla="*/ 378465 h 546671"/>
                        <a:gd name="connsiteX25" fmla="*/ 1072707 w 1215075"/>
                        <a:gd name="connsiteY25" fmla="*/ 422857 h 546671"/>
                        <a:gd name="connsiteX26" fmla="*/ 1049383 w 1215075"/>
                        <a:gd name="connsiteY26" fmla="*/ 427540 h 546671"/>
                        <a:gd name="connsiteX27" fmla="*/ 1004990 w 1215075"/>
                        <a:gd name="connsiteY27" fmla="*/ 546671 h 546671"/>
                        <a:gd name="connsiteX0" fmla="*/ 0 w 1215075"/>
                        <a:gd name="connsiteY0" fmla="*/ 59566 h 546671"/>
                        <a:gd name="connsiteX1" fmla="*/ 570602 w 1215075"/>
                        <a:gd name="connsiteY1" fmla="*/ 66589 h 546671"/>
                        <a:gd name="connsiteX2" fmla="*/ 528550 w 1215075"/>
                        <a:gd name="connsiteY2" fmla="*/ 0 h 546671"/>
                        <a:gd name="connsiteX3" fmla="*/ 868344 w 1215075"/>
                        <a:gd name="connsiteY3" fmla="*/ 0 h 546671"/>
                        <a:gd name="connsiteX4" fmla="*/ 886986 w 1215075"/>
                        <a:gd name="connsiteY4" fmla="*/ 33295 h 546671"/>
                        <a:gd name="connsiteX5" fmla="*/ 927824 w 1215075"/>
                        <a:gd name="connsiteY5" fmla="*/ 40925 h 546671"/>
                        <a:gd name="connsiteX6" fmla="*/ 927824 w 1215075"/>
                        <a:gd name="connsiteY6" fmla="*/ 74826 h 546671"/>
                        <a:gd name="connsiteX7" fmla="*/ 953488 w 1215075"/>
                        <a:gd name="connsiteY7" fmla="*/ 74826 h 546671"/>
                        <a:gd name="connsiteX8" fmla="*/ 953488 w 1215075"/>
                        <a:gd name="connsiteY8" fmla="*/ 112196 h 546671"/>
                        <a:gd name="connsiteX9" fmla="*/ 1048083 w 1215075"/>
                        <a:gd name="connsiteY9" fmla="*/ 112196 h 546671"/>
                        <a:gd name="connsiteX10" fmla="*/ 1048083 w 1215075"/>
                        <a:gd name="connsiteY10" fmla="*/ 130837 h 546671"/>
                        <a:gd name="connsiteX11" fmla="*/ 1083111 w 1215075"/>
                        <a:gd name="connsiteY11" fmla="*/ 130837 h 546671"/>
                        <a:gd name="connsiteX12" fmla="*/ 1083111 w 1215075"/>
                        <a:gd name="connsiteY12" fmla="*/ 100491 h 546671"/>
                        <a:gd name="connsiteX13" fmla="*/ 1100625 w 1215075"/>
                        <a:gd name="connsiteY13" fmla="*/ 100491 h 546671"/>
                        <a:gd name="connsiteX14" fmla="*/ 1132186 w 1215075"/>
                        <a:gd name="connsiteY14" fmla="*/ 81849 h 546671"/>
                        <a:gd name="connsiteX15" fmla="*/ 1132186 w 1215075"/>
                        <a:gd name="connsiteY15" fmla="*/ 127369 h 546671"/>
                        <a:gd name="connsiteX16" fmla="*/ 1168342 w 1215075"/>
                        <a:gd name="connsiteY16" fmla="*/ 130837 h 546671"/>
                        <a:gd name="connsiteX17" fmla="*/ 1175365 w 1215075"/>
                        <a:gd name="connsiteY17" fmla="*/ 147224 h 546671"/>
                        <a:gd name="connsiteX18" fmla="*/ 1203370 w 1215075"/>
                        <a:gd name="connsiteY18" fmla="*/ 156588 h 546671"/>
                        <a:gd name="connsiteX19" fmla="*/ 1215075 w 1215075"/>
                        <a:gd name="connsiteY19" fmla="*/ 188149 h 546671"/>
                        <a:gd name="connsiteX20" fmla="*/ 1182388 w 1215075"/>
                        <a:gd name="connsiteY20" fmla="*/ 251183 h 546671"/>
                        <a:gd name="connsiteX21" fmla="*/ 1167214 w 1215075"/>
                        <a:gd name="connsiteY21" fmla="*/ 294362 h 546671"/>
                        <a:gd name="connsiteX22" fmla="*/ 1166087 w 1215075"/>
                        <a:gd name="connsiteY22" fmla="*/ 329390 h 546671"/>
                        <a:gd name="connsiteX23" fmla="*/ 1134527 w 1215075"/>
                        <a:gd name="connsiteY23" fmla="*/ 369101 h 546671"/>
                        <a:gd name="connsiteX24" fmla="*/ 1073834 w 1215075"/>
                        <a:gd name="connsiteY24" fmla="*/ 378465 h 546671"/>
                        <a:gd name="connsiteX25" fmla="*/ 1072707 w 1215075"/>
                        <a:gd name="connsiteY25" fmla="*/ 422857 h 546671"/>
                        <a:gd name="connsiteX26" fmla="*/ 1049383 w 1215075"/>
                        <a:gd name="connsiteY26" fmla="*/ 427540 h 546671"/>
                        <a:gd name="connsiteX27" fmla="*/ 1004990 w 1215075"/>
                        <a:gd name="connsiteY27" fmla="*/ 546671 h 546671"/>
                        <a:gd name="connsiteX0" fmla="*/ 0 w 1215075"/>
                        <a:gd name="connsiteY0" fmla="*/ 59566 h 427540"/>
                        <a:gd name="connsiteX1" fmla="*/ 570602 w 1215075"/>
                        <a:gd name="connsiteY1" fmla="*/ 66589 h 427540"/>
                        <a:gd name="connsiteX2" fmla="*/ 528550 w 1215075"/>
                        <a:gd name="connsiteY2" fmla="*/ 0 h 427540"/>
                        <a:gd name="connsiteX3" fmla="*/ 868344 w 1215075"/>
                        <a:gd name="connsiteY3" fmla="*/ 0 h 427540"/>
                        <a:gd name="connsiteX4" fmla="*/ 886986 w 1215075"/>
                        <a:gd name="connsiteY4" fmla="*/ 33295 h 427540"/>
                        <a:gd name="connsiteX5" fmla="*/ 927824 w 1215075"/>
                        <a:gd name="connsiteY5" fmla="*/ 40925 h 427540"/>
                        <a:gd name="connsiteX6" fmla="*/ 927824 w 1215075"/>
                        <a:gd name="connsiteY6" fmla="*/ 74826 h 427540"/>
                        <a:gd name="connsiteX7" fmla="*/ 953488 w 1215075"/>
                        <a:gd name="connsiteY7" fmla="*/ 74826 h 427540"/>
                        <a:gd name="connsiteX8" fmla="*/ 953488 w 1215075"/>
                        <a:gd name="connsiteY8" fmla="*/ 112196 h 427540"/>
                        <a:gd name="connsiteX9" fmla="*/ 1048083 w 1215075"/>
                        <a:gd name="connsiteY9" fmla="*/ 112196 h 427540"/>
                        <a:gd name="connsiteX10" fmla="*/ 1048083 w 1215075"/>
                        <a:gd name="connsiteY10" fmla="*/ 130837 h 427540"/>
                        <a:gd name="connsiteX11" fmla="*/ 1083111 w 1215075"/>
                        <a:gd name="connsiteY11" fmla="*/ 130837 h 427540"/>
                        <a:gd name="connsiteX12" fmla="*/ 1083111 w 1215075"/>
                        <a:gd name="connsiteY12" fmla="*/ 100491 h 427540"/>
                        <a:gd name="connsiteX13" fmla="*/ 1100625 w 1215075"/>
                        <a:gd name="connsiteY13" fmla="*/ 100491 h 427540"/>
                        <a:gd name="connsiteX14" fmla="*/ 1132186 w 1215075"/>
                        <a:gd name="connsiteY14" fmla="*/ 81849 h 427540"/>
                        <a:gd name="connsiteX15" fmla="*/ 1132186 w 1215075"/>
                        <a:gd name="connsiteY15" fmla="*/ 127369 h 427540"/>
                        <a:gd name="connsiteX16" fmla="*/ 1168342 w 1215075"/>
                        <a:gd name="connsiteY16" fmla="*/ 130837 h 427540"/>
                        <a:gd name="connsiteX17" fmla="*/ 1175365 w 1215075"/>
                        <a:gd name="connsiteY17" fmla="*/ 147224 h 427540"/>
                        <a:gd name="connsiteX18" fmla="*/ 1203370 w 1215075"/>
                        <a:gd name="connsiteY18" fmla="*/ 156588 h 427540"/>
                        <a:gd name="connsiteX19" fmla="*/ 1215075 w 1215075"/>
                        <a:gd name="connsiteY19" fmla="*/ 188149 h 427540"/>
                        <a:gd name="connsiteX20" fmla="*/ 1182388 w 1215075"/>
                        <a:gd name="connsiteY20" fmla="*/ 251183 h 427540"/>
                        <a:gd name="connsiteX21" fmla="*/ 1167214 w 1215075"/>
                        <a:gd name="connsiteY21" fmla="*/ 294362 h 427540"/>
                        <a:gd name="connsiteX22" fmla="*/ 1166087 w 1215075"/>
                        <a:gd name="connsiteY22" fmla="*/ 329390 h 427540"/>
                        <a:gd name="connsiteX23" fmla="*/ 1134527 w 1215075"/>
                        <a:gd name="connsiteY23" fmla="*/ 369101 h 427540"/>
                        <a:gd name="connsiteX24" fmla="*/ 1073834 w 1215075"/>
                        <a:gd name="connsiteY24" fmla="*/ 378465 h 427540"/>
                        <a:gd name="connsiteX25" fmla="*/ 1072707 w 1215075"/>
                        <a:gd name="connsiteY25" fmla="*/ 422857 h 427540"/>
                        <a:gd name="connsiteX26" fmla="*/ 1049383 w 1215075"/>
                        <a:gd name="connsiteY26" fmla="*/ 427540 h 427540"/>
                        <a:gd name="connsiteX0" fmla="*/ 0 w 1215075"/>
                        <a:gd name="connsiteY0" fmla="*/ 59566 h 422857"/>
                        <a:gd name="connsiteX1" fmla="*/ 570602 w 1215075"/>
                        <a:gd name="connsiteY1" fmla="*/ 66589 h 422857"/>
                        <a:gd name="connsiteX2" fmla="*/ 528550 w 1215075"/>
                        <a:gd name="connsiteY2" fmla="*/ 0 h 422857"/>
                        <a:gd name="connsiteX3" fmla="*/ 868344 w 1215075"/>
                        <a:gd name="connsiteY3" fmla="*/ 0 h 422857"/>
                        <a:gd name="connsiteX4" fmla="*/ 886986 w 1215075"/>
                        <a:gd name="connsiteY4" fmla="*/ 33295 h 422857"/>
                        <a:gd name="connsiteX5" fmla="*/ 927824 w 1215075"/>
                        <a:gd name="connsiteY5" fmla="*/ 40925 h 422857"/>
                        <a:gd name="connsiteX6" fmla="*/ 927824 w 1215075"/>
                        <a:gd name="connsiteY6" fmla="*/ 74826 h 422857"/>
                        <a:gd name="connsiteX7" fmla="*/ 953488 w 1215075"/>
                        <a:gd name="connsiteY7" fmla="*/ 74826 h 422857"/>
                        <a:gd name="connsiteX8" fmla="*/ 953488 w 1215075"/>
                        <a:gd name="connsiteY8" fmla="*/ 112196 h 422857"/>
                        <a:gd name="connsiteX9" fmla="*/ 1048083 w 1215075"/>
                        <a:gd name="connsiteY9" fmla="*/ 112196 h 422857"/>
                        <a:gd name="connsiteX10" fmla="*/ 1048083 w 1215075"/>
                        <a:gd name="connsiteY10" fmla="*/ 130837 h 422857"/>
                        <a:gd name="connsiteX11" fmla="*/ 1083111 w 1215075"/>
                        <a:gd name="connsiteY11" fmla="*/ 130837 h 422857"/>
                        <a:gd name="connsiteX12" fmla="*/ 1083111 w 1215075"/>
                        <a:gd name="connsiteY12" fmla="*/ 100491 h 422857"/>
                        <a:gd name="connsiteX13" fmla="*/ 1100625 w 1215075"/>
                        <a:gd name="connsiteY13" fmla="*/ 100491 h 422857"/>
                        <a:gd name="connsiteX14" fmla="*/ 1132186 w 1215075"/>
                        <a:gd name="connsiteY14" fmla="*/ 81849 h 422857"/>
                        <a:gd name="connsiteX15" fmla="*/ 1132186 w 1215075"/>
                        <a:gd name="connsiteY15" fmla="*/ 127369 h 422857"/>
                        <a:gd name="connsiteX16" fmla="*/ 1168342 w 1215075"/>
                        <a:gd name="connsiteY16" fmla="*/ 130837 h 422857"/>
                        <a:gd name="connsiteX17" fmla="*/ 1175365 w 1215075"/>
                        <a:gd name="connsiteY17" fmla="*/ 147224 h 422857"/>
                        <a:gd name="connsiteX18" fmla="*/ 1203370 w 1215075"/>
                        <a:gd name="connsiteY18" fmla="*/ 156588 h 422857"/>
                        <a:gd name="connsiteX19" fmla="*/ 1215075 w 1215075"/>
                        <a:gd name="connsiteY19" fmla="*/ 188149 h 422857"/>
                        <a:gd name="connsiteX20" fmla="*/ 1182388 w 1215075"/>
                        <a:gd name="connsiteY20" fmla="*/ 251183 h 422857"/>
                        <a:gd name="connsiteX21" fmla="*/ 1167214 w 1215075"/>
                        <a:gd name="connsiteY21" fmla="*/ 294362 h 422857"/>
                        <a:gd name="connsiteX22" fmla="*/ 1166087 w 1215075"/>
                        <a:gd name="connsiteY22" fmla="*/ 329390 h 422857"/>
                        <a:gd name="connsiteX23" fmla="*/ 1134527 w 1215075"/>
                        <a:gd name="connsiteY23" fmla="*/ 369101 h 422857"/>
                        <a:gd name="connsiteX24" fmla="*/ 1073834 w 1215075"/>
                        <a:gd name="connsiteY24" fmla="*/ 378465 h 422857"/>
                        <a:gd name="connsiteX25" fmla="*/ 1072707 w 1215075"/>
                        <a:gd name="connsiteY25" fmla="*/ 422857 h 422857"/>
                        <a:gd name="connsiteX0" fmla="*/ 0 w 1215075"/>
                        <a:gd name="connsiteY0" fmla="*/ 59566 h 378465"/>
                        <a:gd name="connsiteX1" fmla="*/ 570602 w 1215075"/>
                        <a:gd name="connsiteY1" fmla="*/ 66589 h 378465"/>
                        <a:gd name="connsiteX2" fmla="*/ 528550 w 1215075"/>
                        <a:gd name="connsiteY2" fmla="*/ 0 h 378465"/>
                        <a:gd name="connsiteX3" fmla="*/ 868344 w 1215075"/>
                        <a:gd name="connsiteY3" fmla="*/ 0 h 378465"/>
                        <a:gd name="connsiteX4" fmla="*/ 886986 w 1215075"/>
                        <a:gd name="connsiteY4" fmla="*/ 33295 h 378465"/>
                        <a:gd name="connsiteX5" fmla="*/ 927824 w 1215075"/>
                        <a:gd name="connsiteY5" fmla="*/ 40925 h 378465"/>
                        <a:gd name="connsiteX6" fmla="*/ 927824 w 1215075"/>
                        <a:gd name="connsiteY6" fmla="*/ 74826 h 378465"/>
                        <a:gd name="connsiteX7" fmla="*/ 953488 w 1215075"/>
                        <a:gd name="connsiteY7" fmla="*/ 74826 h 378465"/>
                        <a:gd name="connsiteX8" fmla="*/ 953488 w 1215075"/>
                        <a:gd name="connsiteY8" fmla="*/ 112196 h 378465"/>
                        <a:gd name="connsiteX9" fmla="*/ 1048083 w 1215075"/>
                        <a:gd name="connsiteY9" fmla="*/ 112196 h 378465"/>
                        <a:gd name="connsiteX10" fmla="*/ 1048083 w 1215075"/>
                        <a:gd name="connsiteY10" fmla="*/ 130837 h 378465"/>
                        <a:gd name="connsiteX11" fmla="*/ 1083111 w 1215075"/>
                        <a:gd name="connsiteY11" fmla="*/ 130837 h 378465"/>
                        <a:gd name="connsiteX12" fmla="*/ 1083111 w 1215075"/>
                        <a:gd name="connsiteY12" fmla="*/ 100491 h 378465"/>
                        <a:gd name="connsiteX13" fmla="*/ 1100625 w 1215075"/>
                        <a:gd name="connsiteY13" fmla="*/ 100491 h 378465"/>
                        <a:gd name="connsiteX14" fmla="*/ 1132186 w 1215075"/>
                        <a:gd name="connsiteY14" fmla="*/ 81849 h 378465"/>
                        <a:gd name="connsiteX15" fmla="*/ 1132186 w 1215075"/>
                        <a:gd name="connsiteY15" fmla="*/ 127369 h 378465"/>
                        <a:gd name="connsiteX16" fmla="*/ 1168342 w 1215075"/>
                        <a:gd name="connsiteY16" fmla="*/ 130837 h 378465"/>
                        <a:gd name="connsiteX17" fmla="*/ 1175365 w 1215075"/>
                        <a:gd name="connsiteY17" fmla="*/ 147224 h 378465"/>
                        <a:gd name="connsiteX18" fmla="*/ 1203370 w 1215075"/>
                        <a:gd name="connsiteY18" fmla="*/ 156588 h 378465"/>
                        <a:gd name="connsiteX19" fmla="*/ 1215075 w 1215075"/>
                        <a:gd name="connsiteY19" fmla="*/ 188149 h 378465"/>
                        <a:gd name="connsiteX20" fmla="*/ 1182388 w 1215075"/>
                        <a:gd name="connsiteY20" fmla="*/ 251183 h 378465"/>
                        <a:gd name="connsiteX21" fmla="*/ 1167214 w 1215075"/>
                        <a:gd name="connsiteY21" fmla="*/ 294362 h 378465"/>
                        <a:gd name="connsiteX22" fmla="*/ 1166087 w 1215075"/>
                        <a:gd name="connsiteY22" fmla="*/ 329390 h 378465"/>
                        <a:gd name="connsiteX23" fmla="*/ 1134527 w 1215075"/>
                        <a:gd name="connsiteY23" fmla="*/ 369101 h 378465"/>
                        <a:gd name="connsiteX24" fmla="*/ 1073834 w 1215075"/>
                        <a:gd name="connsiteY24" fmla="*/ 378465 h 378465"/>
                        <a:gd name="connsiteX0" fmla="*/ 0 w 1215075"/>
                        <a:gd name="connsiteY0" fmla="*/ 59566 h 369101"/>
                        <a:gd name="connsiteX1" fmla="*/ 570602 w 1215075"/>
                        <a:gd name="connsiteY1" fmla="*/ 66589 h 369101"/>
                        <a:gd name="connsiteX2" fmla="*/ 528550 w 1215075"/>
                        <a:gd name="connsiteY2" fmla="*/ 0 h 369101"/>
                        <a:gd name="connsiteX3" fmla="*/ 868344 w 1215075"/>
                        <a:gd name="connsiteY3" fmla="*/ 0 h 369101"/>
                        <a:gd name="connsiteX4" fmla="*/ 886986 w 1215075"/>
                        <a:gd name="connsiteY4" fmla="*/ 33295 h 369101"/>
                        <a:gd name="connsiteX5" fmla="*/ 927824 w 1215075"/>
                        <a:gd name="connsiteY5" fmla="*/ 40925 h 369101"/>
                        <a:gd name="connsiteX6" fmla="*/ 927824 w 1215075"/>
                        <a:gd name="connsiteY6" fmla="*/ 74826 h 369101"/>
                        <a:gd name="connsiteX7" fmla="*/ 953488 w 1215075"/>
                        <a:gd name="connsiteY7" fmla="*/ 74826 h 369101"/>
                        <a:gd name="connsiteX8" fmla="*/ 953488 w 1215075"/>
                        <a:gd name="connsiteY8" fmla="*/ 112196 h 369101"/>
                        <a:gd name="connsiteX9" fmla="*/ 1048083 w 1215075"/>
                        <a:gd name="connsiteY9" fmla="*/ 112196 h 369101"/>
                        <a:gd name="connsiteX10" fmla="*/ 1048083 w 1215075"/>
                        <a:gd name="connsiteY10" fmla="*/ 130837 h 369101"/>
                        <a:gd name="connsiteX11" fmla="*/ 1083111 w 1215075"/>
                        <a:gd name="connsiteY11" fmla="*/ 130837 h 369101"/>
                        <a:gd name="connsiteX12" fmla="*/ 1083111 w 1215075"/>
                        <a:gd name="connsiteY12" fmla="*/ 100491 h 369101"/>
                        <a:gd name="connsiteX13" fmla="*/ 1100625 w 1215075"/>
                        <a:gd name="connsiteY13" fmla="*/ 100491 h 369101"/>
                        <a:gd name="connsiteX14" fmla="*/ 1132186 w 1215075"/>
                        <a:gd name="connsiteY14" fmla="*/ 81849 h 369101"/>
                        <a:gd name="connsiteX15" fmla="*/ 1132186 w 1215075"/>
                        <a:gd name="connsiteY15" fmla="*/ 127369 h 369101"/>
                        <a:gd name="connsiteX16" fmla="*/ 1168342 w 1215075"/>
                        <a:gd name="connsiteY16" fmla="*/ 130837 h 369101"/>
                        <a:gd name="connsiteX17" fmla="*/ 1175365 w 1215075"/>
                        <a:gd name="connsiteY17" fmla="*/ 147224 h 369101"/>
                        <a:gd name="connsiteX18" fmla="*/ 1203370 w 1215075"/>
                        <a:gd name="connsiteY18" fmla="*/ 156588 h 369101"/>
                        <a:gd name="connsiteX19" fmla="*/ 1215075 w 1215075"/>
                        <a:gd name="connsiteY19" fmla="*/ 188149 h 369101"/>
                        <a:gd name="connsiteX20" fmla="*/ 1182388 w 1215075"/>
                        <a:gd name="connsiteY20" fmla="*/ 251183 h 369101"/>
                        <a:gd name="connsiteX21" fmla="*/ 1167214 w 1215075"/>
                        <a:gd name="connsiteY21" fmla="*/ 294362 h 369101"/>
                        <a:gd name="connsiteX22" fmla="*/ 1166087 w 1215075"/>
                        <a:gd name="connsiteY22" fmla="*/ 329390 h 369101"/>
                        <a:gd name="connsiteX23" fmla="*/ 1134527 w 1215075"/>
                        <a:gd name="connsiteY23" fmla="*/ 369101 h 369101"/>
                        <a:gd name="connsiteX0" fmla="*/ 0 w 1215075"/>
                        <a:gd name="connsiteY0" fmla="*/ 59566 h 329390"/>
                        <a:gd name="connsiteX1" fmla="*/ 570602 w 1215075"/>
                        <a:gd name="connsiteY1" fmla="*/ 66589 h 329390"/>
                        <a:gd name="connsiteX2" fmla="*/ 528550 w 1215075"/>
                        <a:gd name="connsiteY2" fmla="*/ 0 h 329390"/>
                        <a:gd name="connsiteX3" fmla="*/ 868344 w 1215075"/>
                        <a:gd name="connsiteY3" fmla="*/ 0 h 329390"/>
                        <a:gd name="connsiteX4" fmla="*/ 886986 w 1215075"/>
                        <a:gd name="connsiteY4" fmla="*/ 33295 h 329390"/>
                        <a:gd name="connsiteX5" fmla="*/ 927824 w 1215075"/>
                        <a:gd name="connsiteY5" fmla="*/ 40925 h 329390"/>
                        <a:gd name="connsiteX6" fmla="*/ 927824 w 1215075"/>
                        <a:gd name="connsiteY6" fmla="*/ 74826 h 329390"/>
                        <a:gd name="connsiteX7" fmla="*/ 953488 w 1215075"/>
                        <a:gd name="connsiteY7" fmla="*/ 74826 h 329390"/>
                        <a:gd name="connsiteX8" fmla="*/ 953488 w 1215075"/>
                        <a:gd name="connsiteY8" fmla="*/ 112196 h 329390"/>
                        <a:gd name="connsiteX9" fmla="*/ 1048083 w 1215075"/>
                        <a:gd name="connsiteY9" fmla="*/ 112196 h 329390"/>
                        <a:gd name="connsiteX10" fmla="*/ 1048083 w 1215075"/>
                        <a:gd name="connsiteY10" fmla="*/ 130837 h 329390"/>
                        <a:gd name="connsiteX11" fmla="*/ 1083111 w 1215075"/>
                        <a:gd name="connsiteY11" fmla="*/ 130837 h 329390"/>
                        <a:gd name="connsiteX12" fmla="*/ 1083111 w 1215075"/>
                        <a:gd name="connsiteY12" fmla="*/ 100491 h 329390"/>
                        <a:gd name="connsiteX13" fmla="*/ 1100625 w 1215075"/>
                        <a:gd name="connsiteY13" fmla="*/ 100491 h 329390"/>
                        <a:gd name="connsiteX14" fmla="*/ 1132186 w 1215075"/>
                        <a:gd name="connsiteY14" fmla="*/ 81849 h 329390"/>
                        <a:gd name="connsiteX15" fmla="*/ 1132186 w 1215075"/>
                        <a:gd name="connsiteY15" fmla="*/ 127369 h 329390"/>
                        <a:gd name="connsiteX16" fmla="*/ 1168342 w 1215075"/>
                        <a:gd name="connsiteY16" fmla="*/ 130837 h 329390"/>
                        <a:gd name="connsiteX17" fmla="*/ 1175365 w 1215075"/>
                        <a:gd name="connsiteY17" fmla="*/ 147224 h 329390"/>
                        <a:gd name="connsiteX18" fmla="*/ 1203370 w 1215075"/>
                        <a:gd name="connsiteY18" fmla="*/ 156588 h 329390"/>
                        <a:gd name="connsiteX19" fmla="*/ 1215075 w 1215075"/>
                        <a:gd name="connsiteY19" fmla="*/ 188149 h 329390"/>
                        <a:gd name="connsiteX20" fmla="*/ 1182388 w 1215075"/>
                        <a:gd name="connsiteY20" fmla="*/ 251183 h 329390"/>
                        <a:gd name="connsiteX21" fmla="*/ 1167214 w 1215075"/>
                        <a:gd name="connsiteY21" fmla="*/ 294362 h 329390"/>
                        <a:gd name="connsiteX22" fmla="*/ 1166087 w 1215075"/>
                        <a:gd name="connsiteY22" fmla="*/ 329390 h 329390"/>
                        <a:gd name="connsiteX0" fmla="*/ 0 w 1215075"/>
                        <a:gd name="connsiteY0" fmla="*/ 59566 h 294362"/>
                        <a:gd name="connsiteX1" fmla="*/ 570602 w 1215075"/>
                        <a:gd name="connsiteY1" fmla="*/ 66589 h 294362"/>
                        <a:gd name="connsiteX2" fmla="*/ 528550 w 1215075"/>
                        <a:gd name="connsiteY2" fmla="*/ 0 h 294362"/>
                        <a:gd name="connsiteX3" fmla="*/ 868344 w 1215075"/>
                        <a:gd name="connsiteY3" fmla="*/ 0 h 294362"/>
                        <a:gd name="connsiteX4" fmla="*/ 886986 w 1215075"/>
                        <a:gd name="connsiteY4" fmla="*/ 33295 h 294362"/>
                        <a:gd name="connsiteX5" fmla="*/ 927824 w 1215075"/>
                        <a:gd name="connsiteY5" fmla="*/ 40925 h 294362"/>
                        <a:gd name="connsiteX6" fmla="*/ 927824 w 1215075"/>
                        <a:gd name="connsiteY6" fmla="*/ 74826 h 294362"/>
                        <a:gd name="connsiteX7" fmla="*/ 953488 w 1215075"/>
                        <a:gd name="connsiteY7" fmla="*/ 74826 h 294362"/>
                        <a:gd name="connsiteX8" fmla="*/ 953488 w 1215075"/>
                        <a:gd name="connsiteY8" fmla="*/ 112196 h 294362"/>
                        <a:gd name="connsiteX9" fmla="*/ 1048083 w 1215075"/>
                        <a:gd name="connsiteY9" fmla="*/ 112196 h 294362"/>
                        <a:gd name="connsiteX10" fmla="*/ 1048083 w 1215075"/>
                        <a:gd name="connsiteY10" fmla="*/ 130837 h 294362"/>
                        <a:gd name="connsiteX11" fmla="*/ 1083111 w 1215075"/>
                        <a:gd name="connsiteY11" fmla="*/ 130837 h 294362"/>
                        <a:gd name="connsiteX12" fmla="*/ 1083111 w 1215075"/>
                        <a:gd name="connsiteY12" fmla="*/ 100491 h 294362"/>
                        <a:gd name="connsiteX13" fmla="*/ 1100625 w 1215075"/>
                        <a:gd name="connsiteY13" fmla="*/ 100491 h 294362"/>
                        <a:gd name="connsiteX14" fmla="*/ 1132186 w 1215075"/>
                        <a:gd name="connsiteY14" fmla="*/ 81849 h 294362"/>
                        <a:gd name="connsiteX15" fmla="*/ 1132186 w 1215075"/>
                        <a:gd name="connsiteY15" fmla="*/ 127369 h 294362"/>
                        <a:gd name="connsiteX16" fmla="*/ 1168342 w 1215075"/>
                        <a:gd name="connsiteY16" fmla="*/ 130837 h 294362"/>
                        <a:gd name="connsiteX17" fmla="*/ 1175365 w 1215075"/>
                        <a:gd name="connsiteY17" fmla="*/ 147224 h 294362"/>
                        <a:gd name="connsiteX18" fmla="*/ 1203370 w 1215075"/>
                        <a:gd name="connsiteY18" fmla="*/ 156588 h 294362"/>
                        <a:gd name="connsiteX19" fmla="*/ 1215075 w 1215075"/>
                        <a:gd name="connsiteY19" fmla="*/ 188149 h 294362"/>
                        <a:gd name="connsiteX20" fmla="*/ 1182388 w 1215075"/>
                        <a:gd name="connsiteY20" fmla="*/ 251183 h 294362"/>
                        <a:gd name="connsiteX21" fmla="*/ 1167214 w 1215075"/>
                        <a:gd name="connsiteY21" fmla="*/ 294362 h 294362"/>
                        <a:gd name="connsiteX0" fmla="*/ 0 w 1215075"/>
                        <a:gd name="connsiteY0" fmla="*/ 59566 h 251183"/>
                        <a:gd name="connsiteX1" fmla="*/ 570602 w 1215075"/>
                        <a:gd name="connsiteY1" fmla="*/ 66589 h 251183"/>
                        <a:gd name="connsiteX2" fmla="*/ 528550 w 1215075"/>
                        <a:gd name="connsiteY2" fmla="*/ 0 h 251183"/>
                        <a:gd name="connsiteX3" fmla="*/ 868344 w 1215075"/>
                        <a:gd name="connsiteY3" fmla="*/ 0 h 251183"/>
                        <a:gd name="connsiteX4" fmla="*/ 886986 w 1215075"/>
                        <a:gd name="connsiteY4" fmla="*/ 33295 h 251183"/>
                        <a:gd name="connsiteX5" fmla="*/ 927824 w 1215075"/>
                        <a:gd name="connsiteY5" fmla="*/ 40925 h 251183"/>
                        <a:gd name="connsiteX6" fmla="*/ 927824 w 1215075"/>
                        <a:gd name="connsiteY6" fmla="*/ 74826 h 251183"/>
                        <a:gd name="connsiteX7" fmla="*/ 953488 w 1215075"/>
                        <a:gd name="connsiteY7" fmla="*/ 74826 h 251183"/>
                        <a:gd name="connsiteX8" fmla="*/ 953488 w 1215075"/>
                        <a:gd name="connsiteY8" fmla="*/ 112196 h 251183"/>
                        <a:gd name="connsiteX9" fmla="*/ 1048083 w 1215075"/>
                        <a:gd name="connsiteY9" fmla="*/ 112196 h 251183"/>
                        <a:gd name="connsiteX10" fmla="*/ 1048083 w 1215075"/>
                        <a:gd name="connsiteY10" fmla="*/ 130837 h 251183"/>
                        <a:gd name="connsiteX11" fmla="*/ 1083111 w 1215075"/>
                        <a:gd name="connsiteY11" fmla="*/ 130837 h 251183"/>
                        <a:gd name="connsiteX12" fmla="*/ 1083111 w 1215075"/>
                        <a:gd name="connsiteY12" fmla="*/ 100491 h 251183"/>
                        <a:gd name="connsiteX13" fmla="*/ 1100625 w 1215075"/>
                        <a:gd name="connsiteY13" fmla="*/ 100491 h 251183"/>
                        <a:gd name="connsiteX14" fmla="*/ 1132186 w 1215075"/>
                        <a:gd name="connsiteY14" fmla="*/ 81849 h 251183"/>
                        <a:gd name="connsiteX15" fmla="*/ 1132186 w 1215075"/>
                        <a:gd name="connsiteY15" fmla="*/ 127369 h 251183"/>
                        <a:gd name="connsiteX16" fmla="*/ 1168342 w 1215075"/>
                        <a:gd name="connsiteY16" fmla="*/ 130837 h 251183"/>
                        <a:gd name="connsiteX17" fmla="*/ 1175365 w 1215075"/>
                        <a:gd name="connsiteY17" fmla="*/ 147224 h 251183"/>
                        <a:gd name="connsiteX18" fmla="*/ 1203370 w 1215075"/>
                        <a:gd name="connsiteY18" fmla="*/ 156588 h 251183"/>
                        <a:gd name="connsiteX19" fmla="*/ 1215075 w 1215075"/>
                        <a:gd name="connsiteY19" fmla="*/ 188149 h 251183"/>
                        <a:gd name="connsiteX20" fmla="*/ 1182388 w 1215075"/>
                        <a:gd name="connsiteY20" fmla="*/ 251183 h 251183"/>
                        <a:gd name="connsiteX0" fmla="*/ 0 w 1215075"/>
                        <a:gd name="connsiteY0" fmla="*/ 59566 h 188149"/>
                        <a:gd name="connsiteX1" fmla="*/ 570602 w 1215075"/>
                        <a:gd name="connsiteY1" fmla="*/ 66589 h 188149"/>
                        <a:gd name="connsiteX2" fmla="*/ 528550 w 1215075"/>
                        <a:gd name="connsiteY2" fmla="*/ 0 h 188149"/>
                        <a:gd name="connsiteX3" fmla="*/ 868344 w 1215075"/>
                        <a:gd name="connsiteY3" fmla="*/ 0 h 188149"/>
                        <a:gd name="connsiteX4" fmla="*/ 886986 w 1215075"/>
                        <a:gd name="connsiteY4" fmla="*/ 33295 h 188149"/>
                        <a:gd name="connsiteX5" fmla="*/ 927824 w 1215075"/>
                        <a:gd name="connsiteY5" fmla="*/ 40925 h 188149"/>
                        <a:gd name="connsiteX6" fmla="*/ 927824 w 1215075"/>
                        <a:gd name="connsiteY6" fmla="*/ 74826 h 188149"/>
                        <a:gd name="connsiteX7" fmla="*/ 953488 w 1215075"/>
                        <a:gd name="connsiteY7" fmla="*/ 74826 h 188149"/>
                        <a:gd name="connsiteX8" fmla="*/ 953488 w 1215075"/>
                        <a:gd name="connsiteY8" fmla="*/ 112196 h 188149"/>
                        <a:gd name="connsiteX9" fmla="*/ 1048083 w 1215075"/>
                        <a:gd name="connsiteY9" fmla="*/ 112196 h 188149"/>
                        <a:gd name="connsiteX10" fmla="*/ 1048083 w 1215075"/>
                        <a:gd name="connsiteY10" fmla="*/ 130837 h 188149"/>
                        <a:gd name="connsiteX11" fmla="*/ 1083111 w 1215075"/>
                        <a:gd name="connsiteY11" fmla="*/ 130837 h 188149"/>
                        <a:gd name="connsiteX12" fmla="*/ 1083111 w 1215075"/>
                        <a:gd name="connsiteY12" fmla="*/ 100491 h 188149"/>
                        <a:gd name="connsiteX13" fmla="*/ 1100625 w 1215075"/>
                        <a:gd name="connsiteY13" fmla="*/ 100491 h 188149"/>
                        <a:gd name="connsiteX14" fmla="*/ 1132186 w 1215075"/>
                        <a:gd name="connsiteY14" fmla="*/ 81849 h 188149"/>
                        <a:gd name="connsiteX15" fmla="*/ 1132186 w 1215075"/>
                        <a:gd name="connsiteY15" fmla="*/ 127369 h 188149"/>
                        <a:gd name="connsiteX16" fmla="*/ 1168342 w 1215075"/>
                        <a:gd name="connsiteY16" fmla="*/ 130837 h 188149"/>
                        <a:gd name="connsiteX17" fmla="*/ 1175365 w 1215075"/>
                        <a:gd name="connsiteY17" fmla="*/ 147224 h 188149"/>
                        <a:gd name="connsiteX18" fmla="*/ 1203370 w 1215075"/>
                        <a:gd name="connsiteY18" fmla="*/ 156588 h 188149"/>
                        <a:gd name="connsiteX19" fmla="*/ 1215075 w 1215075"/>
                        <a:gd name="connsiteY19" fmla="*/ 188149 h 188149"/>
                        <a:gd name="connsiteX0" fmla="*/ 0 w 1203370"/>
                        <a:gd name="connsiteY0" fmla="*/ 59566 h 156589"/>
                        <a:gd name="connsiteX1" fmla="*/ 570602 w 1203370"/>
                        <a:gd name="connsiteY1" fmla="*/ 66589 h 156589"/>
                        <a:gd name="connsiteX2" fmla="*/ 528550 w 1203370"/>
                        <a:gd name="connsiteY2" fmla="*/ 0 h 156589"/>
                        <a:gd name="connsiteX3" fmla="*/ 868344 w 1203370"/>
                        <a:gd name="connsiteY3" fmla="*/ 0 h 156589"/>
                        <a:gd name="connsiteX4" fmla="*/ 886986 w 1203370"/>
                        <a:gd name="connsiteY4" fmla="*/ 33295 h 156589"/>
                        <a:gd name="connsiteX5" fmla="*/ 927824 w 1203370"/>
                        <a:gd name="connsiteY5" fmla="*/ 40925 h 156589"/>
                        <a:gd name="connsiteX6" fmla="*/ 927824 w 1203370"/>
                        <a:gd name="connsiteY6" fmla="*/ 74826 h 156589"/>
                        <a:gd name="connsiteX7" fmla="*/ 953488 w 1203370"/>
                        <a:gd name="connsiteY7" fmla="*/ 74826 h 156589"/>
                        <a:gd name="connsiteX8" fmla="*/ 953488 w 1203370"/>
                        <a:gd name="connsiteY8" fmla="*/ 112196 h 156589"/>
                        <a:gd name="connsiteX9" fmla="*/ 1048083 w 1203370"/>
                        <a:gd name="connsiteY9" fmla="*/ 112196 h 156589"/>
                        <a:gd name="connsiteX10" fmla="*/ 1048083 w 1203370"/>
                        <a:gd name="connsiteY10" fmla="*/ 130837 h 156589"/>
                        <a:gd name="connsiteX11" fmla="*/ 1083111 w 1203370"/>
                        <a:gd name="connsiteY11" fmla="*/ 130837 h 156589"/>
                        <a:gd name="connsiteX12" fmla="*/ 1083111 w 1203370"/>
                        <a:gd name="connsiteY12" fmla="*/ 100491 h 156589"/>
                        <a:gd name="connsiteX13" fmla="*/ 1100625 w 1203370"/>
                        <a:gd name="connsiteY13" fmla="*/ 100491 h 156589"/>
                        <a:gd name="connsiteX14" fmla="*/ 1132186 w 1203370"/>
                        <a:gd name="connsiteY14" fmla="*/ 81849 h 156589"/>
                        <a:gd name="connsiteX15" fmla="*/ 1132186 w 1203370"/>
                        <a:gd name="connsiteY15" fmla="*/ 127369 h 156589"/>
                        <a:gd name="connsiteX16" fmla="*/ 1168342 w 1203370"/>
                        <a:gd name="connsiteY16" fmla="*/ 130837 h 156589"/>
                        <a:gd name="connsiteX17" fmla="*/ 1175365 w 1203370"/>
                        <a:gd name="connsiteY17" fmla="*/ 147224 h 156589"/>
                        <a:gd name="connsiteX18" fmla="*/ 1203370 w 1203370"/>
                        <a:gd name="connsiteY18" fmla="*/ 156588 h 156589"/>
                        <a:gd name="connsiteX0" fmla="*/ 0 w 1175365"/>
                        <a:gd name="connsiteY0" fmla="*/ 59566 h 147224"/>
                        <a:gd name="connsiteX1" fmla="*/ 570602 w 1175365"/>
                        <a:gd name="connsiteY1" fmla="*/ 66589 h 147224"/>
                        <a:gd name="connsiteX2" fmla="*/ 528550 w 1175365"/>
                        <a:gd name="connsiteY2" fmla="*/ 0 h 147224"/>
                        <a:gd name="connsiteX3" fmla="*/ 868344 w 1175365"/>
                        <a:gd name="connsiteY3" fmla="*/ 0 h 147224"/>
                        <a:gd name="connsiteX4" fmla="*/ 886986 w 1175365"/>
                        <a:gd name="connsiteY4" fmla="*/ 33295 h 147224"/>
                        <a:gd name="connsiteX5" fmla="*/ 927824 w 1175365"/>
                        <a:gd name="connsiteY5" fmla="*/ 40925 h 147224"/>
                        <a:gd name="connsiteX6" fmla="*/ 927824 w 1175365"/>
                        <a:gd name="connsiteY6" fmla="*/ 74826 h 147224"/>
                        <a:gd name="connsiteX7" fmla="*/ 953488 w 1175365"/>
                        <a:gd name="connsiteY7" fmla="*/ 74826 h 147224"/>
                        <a:gd name="connsiteX8" fmla="*/ 953488 w 1175365"/>
                        <a:gd name="connsiteY8" fmla="*/ 112196 h 147224"/>
                        <a:gd name="connsiteX9" fmla="*/ 1048083 w 1175365"/>
                        <a:gd name="connsiteY9" fmla="*/ 112196 h 147224"/>
                        <a:gd name="connsiteX10" fmla="*/ 1048083 w 1175365"/>
                        <a:gd name="connsiteY10" fmla="*/ 130837 h 147224"/>
                        <a:gd name="connsiteX11" fmla="*/ 1083111 w 1175365"/>
                        <a:gd name="connsiteY11" fmla="*/ 130837 h 147224"/>
                        <a:gd name="connsiteX12" fmla="*/ 1083111 w 1175365"/>
                        <a:gd name="connsiteY12" fmla="*/ 100491 h 147224"/>
                        <a:gd name="connsiteX13" fmla="*/ 1100625 w 1175365"/>
                        <a:gd name="connsiteY13" fmla="*/ 100491 h 147224"/>
                        <a:gd name="connsiteX14" fmla="*/ 1132186 w 1175365"/>
                        <a:gd name="connsiteY14" fmla="*/ 81849 h 147224"/>
                        <a:gd name="connsiteX15" fmla="*/ 1132186 w 1175365"/>
                        <a:gd name="connsiteY15" fmla="*/ 127369 h 147224"/>
                        <a:gd name="connsiteX16" fmla="*/ 1168342 w 1175365"/>
                        <a:gd name="connsiteY16" fmla="*/ 130837 h 147224"/>
                        <a:gd name="connsiteX17" fmla="*/ 1175365 w 1175365"/>
                        <a:gd name="connsiteY17" fmla="*/ 147224 h 147224"/>
                        <a:gd name="connsiteX0" fmla="*/ 0 w 1175365"/>
                        <a:gd name="connsiteY0" fmla="*/ 59566 h 147224"/>
                        <a:gd name="connsiteX1" fmla="*/ 570602 w 1175365"/>
                        <a:gd name="connsiteY1" fmla="*/ 66589 h 147224"/>
                        <a:gd name="connsiteX2" fmla="*/ 528550 w 1175365"/>
                        <a:gd name="connsiteY2" fmla="*/ 0 h 147224"/>
                        <a:gd name="connsiteX3" fmla="*/ 868344 w 1175365"/>
                        <a:gd name="connsiteY3" fmla="*/ 0 h 147224"/>
                        <a:gd name="connsiteX4" fmla="*/ 886986 w 1175365"/>
                        <a:gd name="connsiteY4" fmla="*/ 33295 h 147224"/>
                        <a:gd name="connsiteX5" fmla="*/ 927824 w 1175365"/>
                        <a:gd name="connsiteY5" fmla="*/ 40925 h 147224"/>
                        <a:gd name="connsiteX6" fmla="*/ 927824 w 1175365"/>
                        <a:gd name="connsiteY6" fmla="*/ 74826 h 147224"/>
                        <a:gd name="connsiteX7" fmla="*/ 953488 w 1175365"/>
                        <a:gd name="connsiteY7" fmla="*/ 74826 h 147224"/>
                        <a:gd name="connsiteX8" fmla="*/ 953488 w 1175365"/>
                        <a:gd name="connsiteY8" fmla="*/ 112196 h 147224"/>
                        <a:gd name="connsiteX9" fmla="*/ 1048083 w 1175365"/>
                        <a:gd name="connsiteY9" fmla="*/ 112196 h 147224"/>
                        <a:gd name="connsiteX10" fmla="*/ 1048083 w 1175365"/>
                        <a:gd name="connsiteY10" fmla="*/ 130837 h 147224"/>
                        <a:gd name="connsiteX11" fmla="*/ 1083111 w 1175365"/>
                        <a:gd name="connsiteY11" fmla="*/ 130837 h 147224"/>
                        <a:gd name="connsiteX12" fmla="*/ 1083111 w 1175365"/>
                        <a:gd name="connsiteY12" fmla="*/ 100491 h 147224"/>
                        <a:gd name="connsiteX13" fmla="*/ 1100625 w 1175365"/>
                        <a:gd name="connsiteY13" fmla="*/ 100491 h 147224"/>
                        <a:gd name="connsiteX14" fmla="*/ 1132186 w 1175365"/>
                        <a:gd name="connsiteY14" fmla="*/ 81849 h 147224"/>
                        <a:gd name="connsiteX15" fmla="*/ 1132186 w 1175365"/>
                        <a:gd name="connsiteY15" fmla="*/ 127369 h 147224"/>
                        <a:gd name="connsiteX16" fmla="*/ 1168342 w 1175365"/>
                        <a:gd name="connsiteY16" fmla="*/ 130837 h 147224"/>
                        <a:gd name="connsiteX17" fmla="*/ 1175365 w 1175365"/>
                        <a:gd name="connsiteY17" fmla="*/ 147224 h 147224"/>
                        <a:gd name="connsiteX0" fmla="*/ 0 w 1168342"/>
                        <a:gd name="connsiteY0" fmla="*/ 59566 h 130837"/>
                        <a:gd name="connsiteX1" fmla="*/ 570602 w 1168342"/>
                        <a:gd name="connsiteY1" fmla="*/ 66589 h 130837"/>
                        <a:gd name="connsiteX2" fmla="*/ 528550 w 1168342"/>
                        <a:gd name="connsiteY2" fmla="*/ 0 h 130837"/>
                        <a:gd name="connsiteX3" fmla="*/ 868344 w 1168342"/>
                        <a:gd name="connsiteY3" fmla="*/ 0 h 130837"/>
                        <a:gd name="connsiteX4" fmla="*/ 886986 w 1168342"/>
                        <a:gd name="connsiteY4" fmla="*/ 33295 h 130837"/>
                        <a:gd name="connsiteX5" fmla="*/ 927824 w 1168342"/>
                        <a:gd name="connsiteY5" fmla="*/ 40925 h 130837"/>
                        <a:gd name="connsiteX6" fmla="*/ 927824 w 1168342"/>
                        <a:gd name="connsiteY6" fmla="*/ 74826 h 130837"/>
                        <a:gd name="connsiteX7" fmla="*/ 953488 w 1168342"/>
                        <a:gd name="connsiteY7" fmla="*/ 74826 h 130837"/>
                        <a:gd name="connsiteX8" fmla="*/ 953488 w 1168342"/>
                        <a:gd name="connsiteY8" fmla="*/ 112196 h 130837"/>
                        <a:gd name="connsiteX9" fmla="*/ 1048083 w 1168342"/>
                        <a:gd name="connsiteY9" fmla="*/ 112196 h 130837"/>
                        <a:gd name="connsiteX10" fmla="*/ 1048083 w 1168342"/>
                        <a:gd name="connsiteY10" fmla="*/ 130837 h 130837"/>
                        <a:gd name="connsiteX11" fmla="*/ 1083111 w 1168342"/>
                        <a:gd name="connsiteY11" fmla="*/ 130837 h 130837"/>
                        <a:gd name="connsiteX12" fmla="*/ 1083111 w 1168342"/>
                        <a:gd name="connsiteY12" fmla="*/ 100491 h 130837"/>
                        <a:gd name="connsiteX13" fmla="*/ 1100625 w 1168342"/>
                        <a:gd name="connsiteY13" fmla="*/ 100491 h 130837"/>
                        <a:gd name="connsiteX14" fmla="*/ 1132186 w 1168342"/>
                        <a:gd name="connsiteY14" fmla="*/ 81849 h 130837"/>
                        <a:gd name="connsiteX15" fmla="*/ 1132186 w 1168342"/>
                        <a:gd name="connsiteY15" fmla="*/ 127369 h 130837"/>
                        <a:gd name="connsiteX16" fmla="*/ 1168342 w 1168342"/>
                        <a:gd name="connsiteY16" fmla="*/ 130837 h 130837"/>
                        <a:gd name="connsiteX0" fmla="*/ 0 w 1132186"/>
                        <a:gd name="connsiteY0" fmla="*/ 59566 h 130837"/>
                        <a:gd name="connsiteX1" fmla="*/ 570602 w 1132186"/>
                        <a:gd name="connsiteY1" fmla="*/ 66589 h 130837"/>
                        <a:gd name="connsiteX2" fmla="*/ 528550 w 1132186"/>
                        <a:gd name="connsiteY2" fmla="*/ 0 h 130837"/>
                        <a:gd name="connsiteX3" fmla="*/ 868344 w 1132186"/>
                        <a:gd name="connsiteY3" fmla="*/ 0 h 130837"/>
                        <a:gd name="connsiteX4" fmla="*/ 886986 w 1132186"/>
                        <a:gd name="connsiteY4" fmla="*/ 33295 h 130837"/>
                        <a:gd name="connsiteX5" fmla="*/ 927824 w 1132186"/>
                        <a:gd name="connsiteY5" fmla="*/ 40925 h 130837"/>
                        <a:gd name="connsiteX6" fmla="*/ 927824 w 1132186"/>
                        <a:gd name="connsiteY6" fmla="*/ 74826 h 130837"/>
                        <a:gd name="connsiteX7" fmla="*/ 953488 w 1132186"/>
                        <a:gd name="connsiteY7" fmla="*/ 74826 h 130837"/>
                        <a:gd name="connsiteX8" fmla="*/ 953488 w 1132186"/>
                        <a:gd name="connsiteY8" fmla="*/ 112196 h 130837"/>
                        <a:gd name="connsiteX9" fmla="*/ 1048083 w 1132186"/>
                        <a:gd name="connsiteY9" fmla="*/ 112196 h 130837"/>
                        <a:gd name="connsiteX10" fmla="*/ 1048083 w 1132186"/>
                        <a:gd name="connsiteY10" fmla="*/ 130837 h 130837"/>
                        <a:gd name="connsiteX11" fmla="*/ 1083111 w 1132186"/>
                        <a:gd name="connsiteY11" fmla="*/ 130837 h 130837"/>
                        <a:gd name="connsiteX12" fmla="*/ 1083111 w 1132186"/>
                        <a:gd name="connsiteY12" fmla="*/ 100491 h 130837"/>
                        <a:gd name="connsiteX13" fmla="*/ 1100625 w 1132186"/>
                        <a:gd name="connsiteY13" fmla="*/ 100491 h 130837"/>
                        <a:gd name="connsiteX14" fmla="*/ 1132186 w 1132186"/>
                        <a:gd name="connsiteY14" fmla="*/ 81849 h 130837"/>
                        <a:gd name="connsiteX15" fmla="*/ 1132186 w 1132186"/>
                        <a:gd name="connsiteY15" fmla="*/ 127369 h 130837"/>
                        <a:gd name="connsiteX0" fmla="*/ 0 w 1132186"/>
                        <a:gd name="connsiteY0" fmla="*/ 59566 h 130837"/>
                        <a:gd name="connsiteX1" fmla="*/ 570602 w 1132186"/>
                        <a:gd name="connsiteY1" fmla="*/ 66589 h 130837"/>
                        <a:gd name="connsiteX2" fmla="*/ 528550 w 1132186"/>
                        <a:gd name="connsiteY2" fmla="*/ 0 h 130837"/>
                        <a:gd name="connsiteX3" fmla="*/ 868344 w 1132186"/>
                        <a:gd name="connsiteY3" fmla="*/ 0 h 130837"/>
                        <a:gd name="connsiteX4" fmla="*/ 886986 w 1132186"/>
                        <a:gd name="connsiteY4" fmla="*/ 33295 h 130837"/>
                        <a:gd name="connsiteX5" fmla="*/ 927824 w 1132186"/>
                        <a:gd name="connsiteY5" fmla="*/ 40925 h 130837"/>
                        <a:gd name="connsiteX6" fmla="*/ 927824 w 1132186"/>
                        <a:gd name="connsiteY6" fmla="*/ 74826 h 130837"/>
                        <a:gd name="connsiteX7" fmla="*/ 953488 w 1132186"/>
                        <a:gd name="connsiteY7" fmla="*/ 74826 h 130837"/>
                        <a:gd name="connsiteX8" fmla="*/ 953488 w 1132186"/>
                        <a:gd name="connsiteY8" fmla="*/ 112196 h 130837"/>
                        <a:gd name="connsiteX9" fmla="*/ 1048083 w 1132186"/>
                        <a:gd name="connsiteY9" fmla="*/ 112196 h 130837"/>
                        <a:gd name="connsiteX10" fmla="*/ 1048083 w 1132186"/>
                        <a:gd name="connsiteY10" fmla="*/ 130837 h 130837"/>
                        <a:gd name="connsiteX11" fmla="*/ 1083111 w 1132186"/>
                        <a:gd name="connsiteY11" fmla="*/ 130837 h 130837"/>
                        <a:gd name="connsiteX12" fmla="*/ 1083111 w 1132186"/>
                        <a:gd name="connsiteY12" fmla="*/ 100491 h 130837"/>
                        <a:gd name="connsiteX13" fmla="*/ 1100625 w 1132186"/>
                        <a:gd name="connsiteY13" fmla="*/ 100491 h 130837"/>
                        <a:gd name="connsiteX14" fmla="*/ 1132186 w 1132186"/>
                        <a:gd name="connsiteY14" fmla="*/ 81849 h 130837"/>
                        <a:gd name="connsiteX15" fmla="*/ 1132186 w 1132186"/>
                        <a:gd name="connsiteY15" fmla="*/ 127369 h 130837"/>
                        <a:gd name="connsiteX0" fmla="*/ 0 w 1132186"/>
                        <a:gd name="connsiteY0" fmla="*/ 59566 h 130837"/>
                        <a:gd name="connsiteX1" fmla="*/ 570602 w 1132186"/>
                        <a:gd name="connsiteY1" fmla="*/ 66589 h 130837"/>
                        <a:gd name="connsiteX2" fmla="*/ 528550 w 1132186"/>
                        <a:gd name="connsiteY2" fmla="*/ 0 h 130837"/>
                        <a:gd name="connsiteX3" fmla="*/ 868344 w 1132186"/>
                        <a:gd name="connsiteY3" fmla="*/ 0 h 130837"/>
                        <a:gd name="connsiteX4" fmla="*/ 886986 w 1132186"/>
                        <a:gd name="connsiteY4" fmla="*/ 33295 h 130837"/>
                        <a:gd name="connsiteX5" fmla="*/ 927824 w 1132186"/>
                        <a:gd name="connsiteY5" fmla="*/ 40925 h 130837"/>
                        <a:gd name="connsiteX6" fmla="*/ 927824 w 1132186"/>
                        <a:gd name="connsiteY6" fmla="*/ 74826 h 130837"/>
                        <a:gd name="connsiteX7" fmla="*/ 953488 w 1132186"/>
                        <a:gd name="connsiteY7" fmla="*/ 74826 h 130837"/>
                        <a:gd name="connsiteX8" fmla="*/ 953488 w 1132186"/>
                        <a:gd name="connsiteY8" fmla="*/ 112196 h 130837"/>
                        <a:gd name="connsiteX9" fmla="*/ 1048083 w 1132186"/>
                        <a:gd name="connsiteY9" fmla="*/ 112196 h 130837"/>
                        <a:gd name="connsiteX10" fmla="*/ 1048083 w 1132186"/>
                        <a:gd name="connsiteY10" fmla="*/ 130837 h 130837"/>
                        <a:gd name="connsiteX11" fmla="*/ 1083111 w 1132186"/>
                        <a:gd name="connsiteY11" fmla="*/ 130837 h 130837"/>
                        <a:gd name="connsiteX12" fmla="*/ 1083111 w 1132186"/>
                        <a:gd name="connsiteY12" fmla="*/ 100491 h 130837"/>
                        <a:gd name="connsiteX13" fmla="*/ 1100625 w 1132186"/>
                        <a:gd name="connsiteY13" fmla="*/ 100491 h 130837"/>
                        <a:gd name="connsiteX14" fmla="*/ 1132186 w 1132186"/>
                        <a:gd name="connsiteY14" fmla="*/ 81849 h 130837"/>
                        <a:gd name="connsiteX0" fmla="*/ 0 w 1100625"/>
                        <a:gd name="connsiteY0" fmla="*/ 59566 h 130837"/>
                        <a:gd name="connsiteX1" fmla="*/ 570602 w 1100625"/>
                        <a:gd name="connsiteY1" fmla="*/ 66589 h 130837"/>
                        <a:gd name="connsiteX2" fmla="*/ 528550 w 1100625"/>
                        <a:gd name="connsiteY2" fmla="*/ 0 h 130837"/>
                        <a:gd name="connsiteX3" fmla="*/ 868344 w 1100625"/>
                        <a:gd name="connsiteY3" fmla="*/ 0 h 130837"/>
                        <a:gd name="connsiteX4" fmla="*/ 886986 w 1100625"/>
                        <a:gd name="connsiteY4" fmla="*/ 33295 h 130837"/>
                        <a:gd name="connsiteX5" fmla="*/ 927824 w 1100625"/>
                        <a:gd name="connsiteY5" fmla="*/ 40925 h 130837"/>
                        <a:gd name="connsiteX6" fmla="*/ 927824 w 1100625"/>
                        <a:gd name="connsiteY6" fmla="*/ 74826 h 130837"/>
                        <a:gd name="connsiteX7" fmla="*/ 953488 w 1100625"/>
                        <a:gd name="connsiteY7" fmla="*/ 74826 h 130837"/>
                        <a:gd name="connsiteX8" fmla="*/ 953488 w 1100625"/>
                        <a:gd name="connsiteY8" fmla="*/ 112196 h 130837"/>
                        <a:gd name="connsiteX9" fmla="*/ 1048083 w 1100625"/>
                        <a:gd name="connsiteY9" fmla="*/ 112196 h 130837"/>
                        <a:gd name="connsiteX10" fmla="*/ 1048083 w 1100625"/>
                        <a:gd name="connsiteY10" fmla="*/ 130837 h 130837"/>
                        <a:gd name="connsiteX11" fmla="*/ 1083111 w 1100625"/>
                        <a:gd name="connsiteY11" fmla="*/ 130837 h 130837"/>
                        <a:gd name="connsiteX12" fmla="*/ 1083111 w 1100625"/>
                        <a:gd name="connsiteY12" fmla="*/ 100491 h 130837"/>
                        <a:gd name="connsiteX13" fmla="*/ 1100625 w 1100625"/>
                        <a:gd name="connsiteY13" fmla="*/ 100491 h 130837"/>
                        <a:gd name="connsiteX0" fmla="*/ 0 w 1100625"/>
                        <a:gd name="connsiteY0" fmla="*/ 59566 h 130837"/>
                        <a:gd name="connsiteX1" fmla="*/ 570602 w 1100625"/>
                        <a:gd name="connsiteY1" fmla="*/ 66589 h 130837"/>
                        <a:gd name="connsiteX2" fmla="*/ 528550 w 1100625"/>
                        <a:gd name="connsiteY2" fmla="*/ 0 h 130837"/>
                        <a:gd name="connsiteX3" fmla="*/ 868344 w 1100625"/>
                        <a:gd name="connsiteY3" fmla="*/ 0 h 130837"/>
                        <a:gd name="connsiteX4" fmla="*/ 886986 w 1100625"/>
                        <a:gd name="connsiteY4" fmla="*/ 33295 h 130837"/>
                        <a:gd name="connsiteX5" fmla="*/ 927824 w 1100625"/>
                        <a:gd name="connsiteY5" fmla="*/ 40925 h 130837"/>
                        <a:gd name="connsiteX6" fmla="*/ 927824 w 1100625"/>
                        <a:gd name="connsiteY6" fmla="*/ 74826 h 130837"/>
                        <a:gd name="connsiteX7" fmla="*/ 953488 w 1100625"/>
                        <a:gd name="connsiteY7" fmla="*/ 74826 h 130837"/>
                        <a:gd name="connsiteX8" fmla="*/ 953488 w 1100625"/>
                        <a:gd name="connsiteY8" fmla="*/ 112196 h 130837"/>
                        <a:gd name="connsiteX9" fmla="*/ 1048083 w 1100625"/>
                        <a:gd name="connsiteY9" fmla="*/ 112196 h 130837"/>
                        <a:gd name="connsiteX10" fmla="*/ 1048083 w 1100625"/>
                        <a:gd name="connsiteY10" fmla="*/ 130837 h 130837"/>
                        <a:gd name="connsiteX11" fmla="*/ 1083111 w 1100625"/>
                        <a:gd name="connsiteY11" fmla="*/ 130837 h 130837"/>
                        <a:gd name="connsiteX12" fmla="*/ 1083111 w 1100625"/>
                        <a:gd name="connsiteY12" fmla="*/ 100491 h 130837"/>
                        <a:gd name="connsiteX13" fmla="*/ 1100625 w 1100625"/>
                        <a:gd name="connsiteY13" fmla="*/ 100491 h 130837"/>
                        <a:gd name="connsiteX0" fmla="*/ 0 w 1083111"/>
                        <a:gd name="connsiteY0" fmla="*/ 59566 h 130837"/>
                        <a:gd name="connsiteX1" fmla="*/ 570602 w 1083111"/>
                        <a:gd name="connsiteY1" fmla="*/ 66589 h 130837"/>
                        <a:gd name="connsiteX2" fmla="*/ 528550 w 1083111"/>
                        <a:gd name="connsiteY2" fmla="*/ 0 h 130837"/>
                        <a:gd name="connsiteX3" fmla="*/ 868344 w 1083111"/>
                        <a:gd name="connsiteY3" fmla="*/ 0 h 130837"/>
                        <a:gd name="connsiteX4" fmla="*/ 886986 w 1083111"/>
                        <a:gd name="connsiteY4" fmla="*/ 33295 h 130837"/>
                        <a:gd name="connsiteX5" fmla="*/ 927824 w 1083111"/>
                        <a:gd name="connsiteY5" fmla="*/ 40925 h 130837"/>
                        <a:gd name="connsiteX6" fmla="*/ 927824 w 1083111"/>
                        <a:gd name="connsiteY6" fmla="*/ 74826 h 130837"/>
                        <a:gd name="connsiteX7" fmla="*/ 953488 w 1083111"/>
                        <a:gd name="connsiteY7" fmla="*/ 74826 h 130837"/>
                        <a:gd name="connsiteX8" fmla="*/ 953488 w 1083111"/>
                        <a:gd name="connsiteY8" fmla="*/ 112196 h 130837"/>
                        <a:gd name="connsiteX9" fmla="*/ 1048083 w 1083111"/>
                        <a:gd name="connsiteY9" fmla="*/ 112196 h 130837"/>
                        <a:gd name="connsiteX10" fmla="*/ 1048083 w 1083111"/>
                        <a:gd name="connsiteY10" fmla="*/ 130837 h 130837"/>
                        <a:gd name="connsiteX11" fmla="*/ 1083111 w 1083111"/>
                        <a:gd name="connsiteY11" fmla="*/ 130837 h 130837"/>
                        <a:gd name="connsiteX12" fmla="*/ 1083111 w 1083111"/>
                        <a:gd name="connsiteY12" fmla="*/ 100491 h 130837"/>
                        <a:gd name="connsiteX0" fmla="*/ 0 w 1083111"/>
                        <a:gd name="connsiteY0" fmla="*/ 59566 h 130837"/>
                        <a:gd name="connsiteX1" fmla="*/ 570602 w 1083111"/>
                        <a:gd name="connsiteY1" fmla="*/ 66589 h 130837"/>
                        <a:gd name="connsiteX2" fmla="*/ 528550 w 1083111"/>
                        <a:gd name="connsiteY2" fmla="*/ 0 h 130837"/>
                        <a:gd name="connsiteX3" fmla="*/ 868344 w 1083111"/>
                        <a:gd name="connsiteY3" fmla="*/ 0 h 130837"/>
                        <a:gd name="connsiteX4" fmla="*/ 886986 w 1083111"/>
                        <a:gd name="connsiteY4" fmla="*/ 33295 h 130837"/>
                        <a:gd name="connsiteX5" fmla="*/ 927824 w 1083111"/>
                        <a:gd name="connsiteY5" fmla="*/ 40925 h 130837"/>
                        <a:gd name="connsiteX6" fmla="*/ 927824 w 1083111"/>
                        <a:gd name="connsiteY6" fmla="*/ 74826 h 130837"/>
                        <a:gd name="connsiteX7" fmla="*/ 953488 w 1083111"/>
                        <a:gd name="connsiteY7" fmla="*/ 74826 h 130837"/>
                        <a:gd name="connsiteX8" fmla="*/ 953488 w 1083111"/>
                        <a:gd name="connsiteY8" fmla="*/ 112196 h 130837"/>
                        <a:gd name="connsiteX9" fmla="*/ 1048083 w 1083111"/>
                        <a:gd name="connsiteY9" fmla="*/ 112196 h 130837"/>
                        <a:gd name="connsiteX10" fmla="*/ 1048083 w 1083111"/>
                        <a:gd name="connsiteY10" fmla="*/ 130837 h 130837"/>
                        <a:gd name="connsiteX11" fmla="*/ 1083111 w 1083111"/>
                        <a:gd name="connsiteY11" fmla="*/ 130837 h 130837"/>
                        <a:gd name="connsiteX0" fmla="*/ 0 w 1048083"/>
                        <a:gd name="connsiteY0" fmla="*/ 59566 h 130837"/>
                        <a:gd name="connsiteX1" fmla="*/ 570602 w 1048083"/>
                        <a:gd name="connsiteY1" fmla="*/ 66589 h 130837"/>
                        <a:gd name="connsiteX2" fmla="*/ 528550 w 1048083"/>
                        <a:gd name="connsiteY2" fmla="*/ 0 h 130837"/>
                        <a:gd name="connsiteX3" fmla="*/ 868344 w 1048083"/>
                        <a:gd name="connsiteY3" fmla="*/ 0 h 130837"/>
                        <a:gd name="connsiteX4" fmla="*/ 886986 w 1048083"/>
                        <a:gd name="connsiteY4" fmla="*/ 33295 h 130837"/>
                        <a:gd name="connsiteX5" fmla="*/ 927824 w 1048083"/>
                        <a:gd name="connsiteY5" fmla="*/ 40925 h 130837"/>
                        <a:gd name="connsiteX6" fmla="*/ 927824 w 1048083"/>
                        <a:gd name="connsiteY6" fmla="*/ 74826 h 130837"/>
                        <a:gd name="connsiteX7" fmla="*/ 953488 w 1048083"/>
                        <a:gd name="connsiteY7" fmla="*/ 74826 h 130837"/>
                        <a:gd name="connsiteX8" fmla="*/ 953488 w 1048083"/>
                        <a:gd name="connsiteY8" fmla="*/ 112196 h 130837"/>
                        <a:gd name="connsiteX9" fmla="*/ 1048083 w 1048083"/>
                        <a:gd name="connsiteY9" fmla="*/ 112196 h 130837"/>
                        <a:gd name="connsiteX10" fmla="*/ 1048083 w 1048083"/>
                        <a:gd name="connsiteY10" fmla="*/ 130837 h 130837"/>
                        <a:gd name="connsiteX0" fmla="*/ 0 w 1048083"/>
                        <a:gd name="connsiteY0" fmla="*/ 59566 h 112196"/>
                        <a:gd name="connsiteX1" fmla="*/ 570602 w 1048083"/>
                        <a:gd name="connsiteY1" fmla="*/ 66589 h 112196"/>
                        <a:gd name="connsiteX2" fmla="*/ 528550 w 1048083"/>
                        <a:gd name="connsiteY2" fmla="*/ 0 h 112196"/>
                        <a:gd name="connsiteX3" fmla="*/ 868344 w 1048083"/>
                        <a:gd name="connsiteY3" fmla="*/ 0 h 112196"/>
                        <a:gd name="connsiteX4" fmla="*/ 886986 w 1048083"/>
                        <a:gd name="connsiteY4" fmla="*/ 33295 h 112196"/>
                        <a:gd name="connsiteX5" fmla="*/ 927824 w 1048083"/>
                        <a:gd name="connsiteY5" fmla="*/ 40925 h 112196"/>
                        <a:gd name="connsiteX6" fmla="*/ 927824 w 1048083"/>
                        <a:gd name="connsiteY6" fmla="*/ 74826 h 112196"/>
                        <a:gd name="connsiteX7" fmla="*/ 953488 w 1048083"/>
                        <a:gd name="connsiteY7" fmla="*/ 74826 h 112196"/>
                        <a:gd name="connsiteX8" fmla="*/ 953488 w 1048083"/>
                        <a:gd name="connsiteY8" fmla="*/ 112196 h 112196"/>
                        <a:gd name="connsiteX9" fmla="*/ 1048083 w 1048083"/>
                        <a:gd name="connsiteY9" fmla="*/ 112196 h 112196"/>
                        <a:gd name="connsiteX0" fmla="*/ 0 w 953488"/>
                        <a:gd name="connsiteY0" fmla="*/ 59566 h 112196"/>
                        <a:gd name="connsiteX1" fmla="*/ 570602 w 953488"/>
                        <a:gd name="connsiteY1" fmla="*/ 66589 h 112196"/>
                        <a:gd name="connsiteX2" fmla="*/ 528550 w 953488"/>
                        <a:gd name="connsiteY2" fmla="*/ 0 h 112196"/>
                        <a:gd name="connsiteX3" fmla="*/ 868344 w 953488"/>
                        <a:gd name="connsiteY3" fmla="*/ 0 h 112196"/>
                        <a:gd name="connsiteX4" fmla="*/ 886986 w 953488"/>
                        <a:gd name="connsiteY4" fmla="*/ 33295 h 112196"/>
                        <a:gd name="connsiteX5" fmla="*/ 927824 w 953488"/>
                        <a:gd name="connsiteY5" fmla="*/ 40925 h 112196"/>
                        <a:gd name="connsiteX6" fmla="*/ 927824 w 953488"/>
                        <a:gd name="connsiteY6" fmla="*/ 74826 h 112196"/>
                        <a:gd name="connsiteX7" fmla="*/ 953488 w 953488"/>
                        <a:gd name="connsiteY7" fmla="*/ 74826 h 112196"/>
                        <a:gd name="connsiteX8" fmla="*/ 953488 w 953488"/>
                        <a:gd name="connsiteY8" fmla="*/ 112196 h 112196"/>
                        <a:gd name="connsiteX0" fmla="*/ 0 w 953488"/>
                        <a:gd name="connsiteY0" fmla="*/ 59566 h 74826"/>
                        <a:gd name="connsiteX1" fmla="*/ 570602 w 953488"/>
                        <a:gd name="connsiteY1" fmla="*/ 66589 h 74826"/>
                        <a:gd name="connsiteX2" fmla="*/ 528550 w 953488"/>
                        <a:gd name="connsiteY2" fmla="*/ 0 h 74826"/>
                        <a:gd name="connsiteX3" fmla="*/ 868344 w 953488"/>
                        <a:gd name="connsiteY3" fmla="*/ 0 h 74826"/>
                        <a:gd name="connsiteX4" fmla="*/ 886986 w 953488"/>
                        <a:gd name="connsiteY4" fmla="*/ 33295 h 74826"/>
                        <a:gd name="connsiteX5" fmla="*/ 927824 w 953488"/>
                        <a:gd name="connsiteY5" fmla="*/ 40925 h 74826"/>
                        <a:gd name="connsiteX6" fmla="*/ 927824 w 953488"/>
                        <a:gd name="connsiteY6" fmla="*/ 74826 h 74826"/>
                        <a:gd name="connsiteX7" fmla="*/ 953488 w 953488"/>
                        <a:gd name="connsiteY7" fmla="*/ 74826 h 74826"/>
                        <a:gd name="connsiteX0" fmla="*/ 0 w 927824"/>
                        <a:gd name="connsiteY0" fmla="*/ 59566 h 74826"/>
                        <a:gd name="connsiteX1" fmla="*/ 570602 w 927824"/>
                        <a:gd name="connsiteY1" fmla="*/ 66589 h 74826"/>
                        <a:gd name="connsiteX2" fmla="*/ 528550 w 927824"/>
                        <a:gd name="connsiteY2" fmla="*/ 0 h 74826"/>
                        <a:gd name="connsiteX3" fmla="*/ 868344 w 927824"/>
                        <a:gd name="connsiteY3" fmla="*/ 0 h 74826"/>
                        <a:gd name="connsiteX4" fmla="*/ 886986 w 927824"/>
                        <a:gd name="connsiteY4" fmla="*/ 33295 h 74826"/>
                        <a:gd name="connsiteX5" fmla="*/ 927824 w 927824"/>
                        <a:gd name="connsiteY5" fmla="*/ 40925 h 74826"/>
                        <a:gd name="connsiteX6" fmla="*/ 927824 w 927824"/>
                        <a:gd name="connsiteY6" fmla="*/ 74826 h 74826"/>
                        <a:gd name="connsiteX0" fmla="*/ 0 w 927824"/>
                        <a:gd name="connsiteY0" fmla="*/ 59566 h 74826"/>
                        <a:gd name="connsiteX1" fmla="*/ 570602 w 927824"/>
                        <a:gd name="connsiteY1" fmla="*/ 66589 h 74826"/>
                        <a:gd name="connsiteX2" fmla="*/ 528550 w 927824"/>
                        <a:gd name="connsiteY2" fmla="*/ 0 h 74826"/>
                        <a:gd name="connsiteX3" fmla="*/ 868344 w 927824"/>
                        <a:gd name="connsiteY3" fmla="*/ 0 h 74826"/>
                        <a:gd name="connsiteX4" fmla="*/ 886986 w 927824"/>
                        <a:gd name="connsiteY4" fmla="*/ 33295 h 74826"/>
                        <a:gd name="connsiteX5" fmla="*/ 927824 w 927824"/>
                        <a:gd name="connsiteY5" fmla="*/ 40925 h 74826"/>
                        <a:gd name="connsiteX6" fmla="*/ 927824 w 927824"/>
                        <a:gd name="connsiteY6" fmla="*/ 74826 h 74826"/>
                        <a:gd name="connsiteX0" fmla="*/ 0 w 927824"/>
                        <a:gd name="connsiteY0" fmla="*/ 59566 h 66589"/>
                        <a:gd name="connsiteX1" fmla="*/ 570602 w 927824"/>
                        <a:gd name="connsiteY1" fmla="*/ 66589 h 66589"/>
                        <a:gd name="connsiteX2" fmla="*/ 528550 w 927824"/>
                        <a:gd name="connsiteY2" fmla="*/ 0 h 66589"/>
                        <a:gd name="connsiteX3" fmla="*/ 868344 w 927824"/>
                        <a:gd name="connsiteY3" fmla="*/ 0 h 66589"/>
                        <a:gd name="connsiteX4" fmla="*/ 886986 w 927824"/>
                        <a:gd name="connsiteY4" fmla="*/ 33295 h 66589"/>
                        <a:gd name="connsiteX5" fmla="*/ 927824 w 927824"/>
                        <a:gd name="connsiteY5" fmla="*/ 40925 h 66589"/>
                        <a:gd name="connsiteX0" fmla="*/ 0 w 886986"/>
                        <a:gd name="connsiteY0" fmla="*/ 59566 h 66589"/>
                        <a:gd name="connsiteX1" fmla="*/ 570602 w 886986"/>
                        <a:gd name="connsiteY1" fmla="*/ 66589 h 66589"/>
                        <a:gd name="connsiteX2" fmla="*/ 528550 w 886986"/>
                        <a:gd name="connsiteY2" fmla="*/ 0 h 66589"/>
                        <a:gd name="connsiteX3" fmla="*/ 868344 w 886986"/>
                        <a:gd name="connsiteY3" fmla="*/ 0 h 66589"/>
                        <a:gd name="connsiteX4" fmla="*/ 886986 w 886986"/>
                        <a:gd name="connsiteY4" fmla="*/ 33295 h 66589"/>
                        <a:gd name="connsiteX0" fmla="*/ 0 w 868344"/>
                        <a:gd name="connsiteY0" fmla="*/ 59566 h 66589"/>
                        <a:gd name="connsiteX1" fmla="*/ 570602 w 868344"/>
                        <a:gd name="connsiteY1" fmla="*/ 66589 h 66589"/>
                        <a:gd name="connsiteX2" fmla="*/ 528550 w 868344"/>
                        <a:gd name="connsiteY2" fmla="*/ 0 h 66589"/>
                        <a:gd name="connsiteX3" fmla="*/ 868344 w 868344"/>
                        <a:gd name="connsiteY3" fmla="*/ 0 h 66589"/>
                        <a:gd name="connsiteX0" fmla="*/ 0 w 878286"/>
                        <a:gd name="connsiteY0" fmla="*/ 59566 h 66589"/>
                        <a:gd name="connsiteX1" fmla="*/ 580544 w 878286"/>
                        <a:gd name="connsiteY1" fmla="*/ 66589 h 66589"/>
                        <a:gd name="connsiteX2" fmla="*/ 538492 w 878286"/>
                        <a:gd name="connsiteY2" fmla="*/ 0 h 66589"/>
                        <a:gd name="connsiteX3" fmla="*/ 878286 w 878286"/>
                        <a:gd name="connsiteY3" fmla="*/ 0 h 66589"/>
                        <a:gd name="connsiteX0" fmla="*/ 0 w 878286"/>
                        <a:gd name="connsiteY0" fmla="*/ 59566 h 66589"/>
                        <a:gd name="connsiteX1" fmla="*/ 478837 w 878286"/>
                        <a:gd name="connsiteY1" fmla="*/ 63178 h 66589"/>
                        <a:gd name="connsiteX2" fmla="*/ 580544 w 878286"/>
                        <a:gd name="connsiteY2" fmla="*/ 66589 h 66589"/>
                        <a:gd name="connsiteX3" fmla="*/ 538492 w 878286"/>
                        <a:gd name="connsiteY3" fmla="*/ 0 h 66589"/>
                        <a:gd name="connsiteX4" fmla="*/ 878286 w 878286"/>
                        <a:gd name="connsiteY4" fmla="*/ 0 h 66589"/>
                        <a:gd name="connsiteX0" fmla="*/ 0 w 878286"/>
                        <a:gd name="connsiteY0" fmla="*/ 59566 h 66589"/>
                        <a:gd name="connsiteX1" fmla="*/ 478837 w 878286"/>
                        <a:gd name="connsiteY1" fmla="*/ 63178 h 66589"/>
                        <a:gd name="connsiteX2" fmla="*/ 580544 w 878286"/>
                        <a:gd name="connsiteY2" fmla="*/ 66589 h 66589"/>
                        <a:gd name="connsiteX3" fmla="*/ 538492 w 878286"/>
                        <a:gd name="connsiteY3" fmla="*/ 0 h 66589"/>
                        <a:gd name="connsiteX4" fmla="*/ 878286 w 878286"/>
                        <a:gd name="connsiteY4" fmla="*/ 0 h 66589"/>
                        <a:gd name="connsiteX0" fmla="*/ 0 w 878286"/>
                        <a:gd name="connsiteY0" fmla="*/ 59566 h 68500"/>
                        <a:gd name="connsiteX1" fmla="*/ 478837 w 878286"/>
                        <a:gd name="connsiteY1" fmla="*/ 63178 h 68500"/>
                        <a:gd name="connsiteX2" fmla="*/ 533896 w 878286"/>
                        <a:gd name="connsiteY2" fmla="*/ 51514 h 68500"/>
                        <a:gd name="connsiteX3" fmla="*/ 580544 w 878286"/>
                        <a:gd name="connsiteY3" fmla="*/ 66589 h 68500"/>
                        <a:gd name="connsiteX4" fmla="*/ 538492 w 878286"/>
                        <a:gd name="connsiteY4" fmla="*/ 0 h 68500"/>
                        <a:gd name="connsiteX5" fmla="*/ 878286 w 878286"/>
                        <a:gd name="connsiteY5" fmla="*/ 0 h 68500"/>
                        <a:gd name="connsiteX0" fmla="*/ 0 w 878286"/>
                        <a:gd name="connsiteY0" fmla="*/ 59566 h 67751"/>
                        <a:gd name="connsiteX1" fmla="*/ 478837 w 878286"/>
                        <a:gd name="connsiteY1" fmla="*/ 63178 h 67751"/>
                        <a:gd name="connsiteX2" fmla="*/ 533896 w 878286"/>
                        <a:gd name="connsiteY2" fmla="*/ 32852 h 67751"/>
                        <a:gd name="connsiteX3" fmla="*/ 580544 w 878286"/>
                        <a:gd name="connsiteY3" fmla="*/ 66589 h 67751"/>
                        <a:gd name="connsiteX4" fmla="*/ 538492 w 878286"/>
                        <a:gd name="connsiteY4" fmla="*/ 0 h 67751"/>
                        <a:gd name="connsiteX5" fmla="*/ 878286 w 878286"/>
                        <a:gd name="connsiteY5" fmla="*/ 0 h 67751"/>
                        <a:gd name="connsiteX0" fmla="*/ 0 w 878286"/>
                        <a:gd name="connsiteY0" fmla="*/ 59566 h 67751"/>
                        <a:gd name="connsiteX1" fmla="*/ 478837 w 878286"/>
                        <a:gd name="connsiteY1" fmla="*/ 63178 h 67751"/>
                        <a:gd name="connsiteX2" fmla="*/ 533896 w 878286"/>
                        <a:gd name="connsiteY2" fmla="*/ 32852 h 67751"/>
                        <a:gd name="connsiteX3" fmla="*/ 580544 w 878286"/>
                        <a:gd name="connsiteY3" fmla="*/ 66589 h 67751"/>
                        <a:gd name="connsiteX4" fmla="*/ 538492 w 878286"/>
                        <a:gd name="connsiteY4" fmla="*/ 0 h 67751"/>
                        <a:gd name="connsiteX5" fmla="*/ 878286 w 878286"/>
                        <a:gd name="connsiteY5" fmla="*/ 0 h 67751"/>
                        <a:gd name="connsiteX0" fmla="*/ 0 w 878286"/>
                        <a:gd name="connsiteY0" fmla="*/ 59566 h 69400"/>
                        <a:gd name="connsiteX1" fmla="*/ 478837 w 878286"/>
                        <a:gd name="connsiteY1" fmla="*/ 63178 h 69400"/>
                        <a:gd name="connsiteX2" fmla="*/ 529108 w 878286"/>
                        <a:gd name="connsiteY2" fmla="*/ 60845 h 69400"/>
                        <a:gd name="connsiteX3" fmla="*/ 580544 w 878286"/>
                        <a:gd name="connsiteY3" fmla="*/ 66589 h 69400"/>
                        <a:gd name="connsiteX4" fmla="*/ 538492 w 878286"/>
                        <a:gd name="connsiteY4" fmla="*/ 0 h 69400"/>
                        <a:gd name="connsiteX5" fmla="*/ 878286 w 878286"/>
                        <a:gd name="connsiteY5" fmla="*/ 0 h 69400"/>
                        <a:gd name="connsiteX0" fmla="*/ 0 w 878286"/>
                        <a:gd name="connsiteY0" fmla="*/ 59566 h 69105"/>
                        <a:gd name="connsiteX1" fmla="*/ 478837 w 878286"/>
                        <a:gd name="connsiteY1" fmla="*/ 63178 h 69105"/>
                        <a:gd name="connsiteX2" fmla="*/ 533896 w 878286"/>
                        <a:gd name="connsiteY2" fmla="*/ 58512 h 69105"/>
                        <a:gd name="connsiteX3" fmla="*/ 580544 w 878286"/>
                        <a:gd name="connsiteY3" fmla="*/ 66589 h 69105"/>
                        <a:gd name="connsiteX4" fmla="*/ 538492 w 878286"/>
                        <a:gd name="connsiteY4" fmla="*/ 0 h 69105"/>
                        <a:gd name="connsiteX5" fmla="*/ 878286 w 878286"/>
                        <a:gd name="connsiteY5" fmla="*/ 0 h 69105"/>
                        <a:gd name="connsiteX0" fmla="*/ 0 w 878286"/>
                        <a:gd name="connsiteY0" fmla="*/ 59566 h 69105"/>
                        <a:gd name="connsiteX1" fmla="*/ 478837 w 878286"/>
                        <a:gd name="connsiteY1" fmla="*/ 63178 h 69105"/>
                        <a:gd name="connsiteX2" fmla="*/ 533896 w 878286"/>
                        <a:gd name="connsiteY2" fmla="*/ 58512 h 69105"/>
                        <a:gd name="connsiteX3" fmla="*/ 580544 w 878286"/>
                        <a:gd name="connsiteY3" fmla="*/ 66589 h 69105"/>
                        <a:gd name="connsiteX4" fmla="*/ 538492 w 878286"/>
                        <a:gd name="connsiteY4" fmla="*/ 0 h 69105"/>
                        <a:gd name="connsiteX5" fmla="*/ 878286 w 878286"/>
                        <a:gd name="connsiteY5" fmla="*/ 0 h 69105"/>
                        <a:gd name="connsiteX0" fmla="*/ 0 w 878286"/>
                        <a:gd name="connsiteY0" fmla="*/ 59566 h 69773"/>
                        <a:gd name="connsiteX1" fmla="*/ 478837 w 878286"/>
                        <a:gd name="connsiteY1" fmla="*/ 63178 h 69773"/>
                        <a:gd name="connsiteX2" fmla="*/ 526715 w 878286"/>
                        <a:gd name="connsiteY2" fmla="*/ 63177 h 69773"/>
                        <a:gd name="connsiteX3" fmla="*/ 580544 w 878286"/>
                        <a:gd name="connsiteY3" fmla="*/ 66589 h 69773"/>
                        <a:gd name="connsiteX4" fmla="*/ 538492 w 878286"/>
                        <a:gd name="connsiteY4" fmla="*/ 0 h 69773"/>
                        <a:gd name="connsiteX5" fmla="*/ 878286 w 878286"/>
                        <a:gd name="connsiteY5" fmla="*/ 0 h 6977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878286" h="69773">
                          <a:moveTo>
                            <a:pt x="0" y="59566"/>
                          </a:moveTo>
                          <a:lnTo>
                            <a:pt x="478837" y="63178"/>
                          </a:lnTo>
                          <a:cubicBezTo>
                            <a:pt x="493609" y="31510"/>
                            <a:pt x="528915" y="50944"/>
                            <a:pt x="526715" y="63177"/>
                          </a:cubicBezTo>
                          <a:cubicBezTo>
                            <a:pt x="543666" y="63745"/>
                            <a:pt x="579778" y="75175"/>
                            <a:pt x="580544" y="66589"/>
                          </a:cubicBezTo>
                          <a:lnTo>
                            <a:pt x="538492" y="0"/>
                          </a:lnTo>
                          <a:lnTo>
                            <a:pt x="878286" y="0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63676B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US" sz="1000" dirty="0"/>
                    </a:p>
                  </p:txBody>
                </p:sp>
                <p:sp>
                  <p:nvSpPr>
                    <p:cNvPr id="45" name="Freeform: Shape 44">
                      <a:extLst>
                        <a:ext uri="{FF2B5EF4-FFF2-40B4-BE49-F238E27FC236}">
                          <a16:creationId xmlns:a16="http://schemas.microsoft.com/office/drawing/2014/main" id="{05D41C35-B968-C287-54C6-865DBD533B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22198" y="4077824"/>
                      <a:ext cx="1117102" cy="59996"/>
                    </a:xfrm>
                    <a:custGeom>
                      <a:avLst/>
                      <a:gdLst>
                        <a:gd name="connsiteX0" fmla="*/ 9225 w 1144497"/>
                        <a:gd name="connsiteY0" fmla="*/ 26393 h 60693"/>
                        <a:gd name="connsiteX1" fmla="*/ 135380 w 1144497"/>
                        <a:gd name="connsiteY1" fmla="*/ 26393 h 60693"/>
                        <a:gd name="connsiteX2" fmla="*/ 135380 w 1144497"/>
                        <a:gd name="connsiteY2" fmla="*/ 9225 h 60693"/>
                        <a:gd name="connsiteX3" fmla="*/ 1101007 w 1144497"/>
                        <a:gd name="connsiteY3" fmla="*/ 22924 h 60693"/>
                        <a:gd name="connsiteX4" fmla="*/ 1136729 w 1144497"/>
                        <a:gd name="connsiteY4" fmla="*/ 60121 h 606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1144497" h="60693">
                          <a:moveTo>
                            <a:pt x="9225" y="26393"/>
                          </a:moveTo>
                          <a:lnTo>
                            <a:pt x="135380" y="26393"/>
                          </a:lnTo>
                          <a:lnTo>
                            <a:pt x="135380" y="9225"/>
                          </a:lnTo>
                          <a:lnTo>
                            <a:pt x="1101007" y="22924"/>
                          </a:lnTo>
                          <a:lnTo>
                            <a:pt x="1136729" y="60121"/>
                          </a:lnTo>
                        </a:path>
                      </a:pathLst>
                    </a:custGeom>
                    <a:noFill/>
                    <a:ln w="19050" cap="rnd">
                      <a:solidFill>
                        <a:srgbClr val="63676B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US" sz="1000" dirty="0"/>
                    </a:p>
                  </p:txBody>
                </p:sp>
                <p:sp>
                  <p:nvSpPr>
                    <p:cNvPr id="46" name="Freeform: Shape 45">
                      <a:extLst>
                        <a:ext uri="{FF2B5EF4-FFF2-40B4-BE49-F238E27FC236}">
                          <a16:creationId xmlns:a16="http://schemas.microsoft.com/office/drawing/2014/main" id="{EA0B0A4F-14DE-8B22-F7D2-4E6CC966A4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0619" y="3670526"/>
                      <a:ext cx="354712" cy="438107"/>
                    </a:xfrm>
                    <a:custGeom>
                      <a:avLst/>
                      <a:gdLst>
                        <a:gd name="connsiteX0" fmla="*/ 9225 w 1231202"/>
                        <a:gd name="connsiteY0" fmla="*/ 68791 h 1075134"/>
                        <a:gd name="connsiteX1" fmla="*/ 579827 w 1231202"/>
                        <a:gd name="connsiteY1" fmla="*/ 75814 h 1075134"/>
                        <a:gd name="connsiteX2" fmla="*/ 537775 w 1231202"/>
                        <a:gd name="connsiteY2" fmla="*/ 9225 h 1075134"/>
                        <a:gd name="connsiteX3" fmla="*/ 877569 w 1231202"/>
                        <a:gd name="connsiteY3" fmla="*/ 9225 h 1075134"/>
                        <a:gd name="connsiteX4" fmla="*/ 896211 w 1231202"/>
                        <a:gd name="connsiteY4" fmla="*/ 42520 h 1075134"/>
                        <a:gd name="connsiteX5" fmla="*/ 937049 w 1231202"/>
                        <a:gd name="connsiteY5" fmla="*/ 50150 h 1075134"/>
                        <a:gd name="connsiteX6" fmla="*/ 937049 w 1231202"/>
                        <a:gd name="connsiteY6" fmla="*/ 84051 h 1075134"/>
                        <a:gd name="connsiteX7" fmla="*/ 962713 w 1231202"/>
                        <a:gd name="connsiteY7" fmla="*/ 84051 h 1075134"/>
                        <a:gd name="connsiteX8" fmla="*/ 962713 w 1231202"/>
                        <a:gd name="connsiteY8" fmla="*/ 121421 h 1075134"/>
                        <a:gd name="connsiteX9" fmla="*/ 1057308 w 1231202"/>
                        <a:gd name="connsiteY9" fmla="*/ 121421 h 1075134"/>
                        <a:gd name="connsiteX10" fmla="*/ 1057308 w 1231202"/>
                        <a:gd name="connsiteY10" fmla="*/ 140062 h 1075134"/>
                        <a:gd name="connsiteX11" fmla="*/ 1092336 w 1231202"/>
                        <a:gd name="connsiteY11" fmla="*/ 140062 h 1075134"/>
                        <a:gd name="connsiteX12" fmla="*/ 1092336 w 1231202"/>
                        <a:gd name="connsiteY12" fmla="*/ 109716 h 1075134"/>
                        <a:gd name="connsiteX13" fmla="*/ 1109850 w 1231202"/>
                        <a:gd name="connsiteY13" fmla="*/ 109716 h 1075134"/>
                        <a:gd name="connsiteX14" fmla="*/ 1141411 w 1231202"/>
                        <a:gd name="connsiteY14" fmla="*/ 91074 h 1075134"/>
                        <a:gd name="connsiteX15" fmla="*/ 1141411 w 1231202"/>
                        <a:gd name="connsiteY15" fmla="*/ 136594 h 1075134"/>
                        <a:gd name="connsiteX16" fmla="*/ 1177567 w 1231202"/>
                        <a:gd name="connsiteY16" fmla="*/ 140062 h 1075134"/>
                        <a:gd name="connsiteX17" fmla="*/ 1184590 w 1231202"/>
                        <a:gd name="connsiteY17" fmla="*/ 156449 h 1075134"/>
                        <a:gd name="connsiteX18" fmla="*/ 1212595 w 1231202"/>
                        <a:gd name="connsiteY18" fmla="*/ 165813 h 1075134"/>
                        <a:gd name="connsiteX19" fmla="*/ 1224300 w 1231202"/>
                        <a:gd name="connsiteY19" fmla="*/ 197374 h 1075134"/>
                        <a:gd name="connsiteX20" fmla="*/ 1191613 w 1231202"/>
                        <a:gd name="connsiteY20" fmla="*/ 260408 h 1075134"/>
                        <a:gd name="connsiteX21" fmla="*/ 1176439 w 1231202"/>
                        <a:gd name="connsiteY21" fmla="*/ 303587 h 1075134"/>
                        <a:gd name="connsiteX22" fmla="*/ 1175312 w 1231202"/>
                        <a:gd name="connsiteY22" fmla="*/ 338615 h 1075134"/>
                        <a:gd name="connsiteX23" fmla="*/ 1143752 w 1231202"/>
                        <a:gd name="connsiteY23" fmla="*/ 378326 h 1075134"/>
                        <a:gd name="connsiteX24" fmla="*/ 1083059 w 1231202"/>
                        <a:gd name="connsiteY24" fmla="*/ 387690 h 1075134"/>
                        <a:gd name="connsiteX25" fmla="*/ 1081932 w 1231202"/>
                        <a:gd name="connsiteY25" fmla="*/ 432082 h 1075134"/>
                        <a:gd name="connsiteX26" fmla="*/ 1058608 w 1231202"/>
                        <a:gd name="connsiteY26" fmla="*/ 436765 h 1075134"/>
                        <a:gd name="connsiteX27" fmla="*/ 1014215 w 1231202"/>
                        <a:gd name="connsiteY27" fmla="*/ 555896 h 1075134"/>
                        <a:gd name="connsiteX28" fmla="*/ 976846 w 1231202"/>
                        <a:gd name="connsiteY28" fmla="*/ 555896 h 1075134"/>
                        <a:gd name="connsiteX29" fmla="*/ 975719 w 1231202"/>
                        <a:gd name="connsiteY29" fmla="*/ 583902 h 1075134"/>
                        <a:gd name="connsiteX30" fmla="*/ 986210 w 1231202"/>
                        <a:gd name="connsiteY30" fmla="*/ 583902 h 1075134"/>
                        <a:gd name="connsiteX31" fmla="*/ 947713 w 1231202"/>
                        <a:gd name="connsiteY31" fmla="*/ 678497 h 1075134"/>
                        <a:gd name="connsiteX32" fmla="*/ 920835 w 1231202"/>
                        <a:gd name="connsiteY32" fmla="*/ 797628 h 1075134"/>
                        <a:gd name="connsiteX33" fmla="*/ 680317 w 1231202"/>
                        <a:gd name="connsiteY33" fmla="*/ 797628 h 1075134"/>
                        <a:gd name="connsiteX34" fmla="*/ 679190 w 1231202"/>
                        <a:gd name="connsiteY34" fmla="*/ 901587 h 1075134"/>
                        <a:gd name="connsiteX35" fmla="*/ 708409 w 1231202"/>
                        <a:gd name="connsiteY35" fmla="*/ 962193 h 1075134"/>
                        <a:gd name="connsiteX36" fmla="*/ 708409 w 1231202"/>
                        <a:gd name="connsiteY36" fmla="*/ 1033551 h 1075134"/>
                        <a:gd name="connsiteX37" fmla="*/ 704941 w 1231202"/>
                        <a:gd name="connsiteY37" fmla="*/ 1072048 h 1075134"/>
                        <a:gd name="connsiteX0" fmla="*/ 0 w 1215076"/>
                        <a:gd name="connsiteY0" fmla="*/ 59566 h 1062823"/>
                        <a:gd name="connsiteX1" fmla="*/ 570602 w 1215076"/>
                        <a:gd name="connsiteY1" fmla="*/ 66589 h 1062823"/>
                        <a:gd name="connsiteX2" fmla="*/ 528550 w 1215076"/>
                        <a:gd name="connsiteY2" fmla="*/ 0 h 1062823"/>
                        <a:gd name="connsiteX3" fmla="*/ 868344 w 1215076"/>
                        <a:gd name="connsiteY3" fmla="*/ 0 h 1062823"/>
                        <a:gd name="connsiteX4" fmla="*/ 886986 w 1215076"/>
                        <a:gd name="connsiteY4" fmla="*/ 33295 h 1062823"/>
                        <a:gd name="connsiteX5" fmla="*/ 927824 w 1215076"/>
                        <a:gd name="connsiteY5" fmla="*/ 40925 h 1062823"/>
                        <a:gd name="connsiteX6" fmla="*/ 927824 w 1215076"/>
                        <a:gd name="connsiteY6" fmla="*/ 74826 h 1062823"/>
                        <a:gd name="connsiteX7" fmla="*/ 953488 w 1215076"/>
                        <a:gd name="connsiteY7" fmla="*/ 74826 h 1062823"/>
                        <a:gd name="connsiteX8" fmla="*/ 953488 w 1215076"/>
                        <a:gd name="connsiteY8" fmla="*/ 112196 h 1062823"/>
                        <a:gd name="connsiteX9" fmla="*/ 1048083 w 1215076"/>
                        <a:gd name="connsiteY9" fmla="*/ 112196 h 1062823"/>
                        <a:gd name="connsiteX10" fmla="*/ 1048083 w 1215076"/>
                        <a:gd name="connsiteY10" fmla="*/ 130837 h 1062823"/>
                        <a:gd name="connsiteX11" fmla="*/ 1083111 w 1215076"/>
                        <a:gd name="connsiteY11" fmla="*/ 130837 h 1062823"/>
                        <a:gd name="connsiteX12" fmla="*/ 1083111 w 1215076"/>
                        <a:gd name="connsiteY12" fmla="*/ 100491 h 1062823"/>
                        <a:gd name="connsiteX13" fmla="*/ 1100625 w 1215076"/>
                        <a:gd name="connsiteY13" fmla="*/ 100491 h 1062823"/>
                        <a:gd name="connsiteX14" fmla="*/ 1132186 w 1215076"/>
                        <a:gd name="connsiteY14" fmla="*/ 81849 h 1062823"/>
                        <a:gd name="connsiteX15" fmla="*/ 1132186 w 1215076"/>
                        <a:gd name="connsiteY15" fmla="*/ 127369 h 1062823"/>
                        <a:gd name="connsiteX16" fmla="*/ 1168342 w 1215076"/>
                        <a:gd name="connsiteY16" fmla="*/ 130837 h 1062823"/>
                        <a:gd name="connsiteX17" fmla="*/ 1175365 w 1215076"/>
                        <a:gd name="connsiteY17" fmla="*/ 147224 h 1062823"/>
                        <a:gd name="connsiteX18" fmla="*/ 1203370 w 1215076"/>
                        <a:gd name="connsiteY18" fmla="*/ 156588 h 1062823"/>
                        <a:gd name="connsiteX19" fmla="*/ 1215075 w 1215076"/>
                        <a:gd name="connsiteY19" fmla="*/ 188149 h 1062823"/>
                        <a:gd name="connsiteX20" fmla="*/ 1182388 w 1215076"/>
                        <a:gd name="connsiteY20" fmla="*/ 251183 h 1062823"/>
                        <a:gd name="connsiteX21" fmla="*/ 1167214 w 1215076"/>
                        <a:gd name="connsiteY21" fmla="*/ 294362 h 1062823"/>
                        <a:gd name="connsiteX22" fmla="*/ 1166087 w 1215076"/>
                        <a:gd name="connsiteY22" fmla="*/ 329390 h 1062823"/>
                        <a:gd name="connsiteX23" fmla="*/ 1134527 w 1215076"/>
                        <a:gd name="connsiteY23" fmla="*/ 369101 h 1062823"/>
                        <a:gd name="connsiteX24" fmla="*/ 1073834 w 1215076"/>
                        <a:gd name="connsiteY24" fmla="*/ 378465 h 1062823"/>
                        <a:gd name="connsiteX25" fmla="*/ 1072707 w 1215076"/>
                        <a:gd name="connsiteY25" fmla="*/ 422857 h 1062823"/>
                        <a:gd name="connsiteX26" fmla="*/ 1049383 w 1215076"/>
                        <a:gd name="connsiteY26" fmla="*/ 427540 h 1062823"/>
                        <a:gd name="connsiteX27" fmla="*/ 1004990 w 1215076"/>
                        <a:gd name="connsiteY27" fmla="*/ 546671 h 1062823"/>
                        <a:gd name="connsiteX28" fmla="*/ 967621 w 1215076"/>
                        <a:gd name="connsiteY28" fmla="*/ 546671 h 1062823"/>
                        <a:gd name="connsiteX29" fmla="*/ 966494 w 1215076"/>
                        <a:gd name="connsiteY29" fmla="*/ 574677 h 1062823"/>
                        <a:gd name="connsiteX30" fmla="*/ 976985 w 1215076"/>
                        <a:gd name="connsiteY30" fmla="*/ 574677 h 1062823"/>
                        <a:gd name="connsiteX31" fmla="*/ 938488 w 1215076"/>
                        <a:gd name="connsiteY31" fmla="*/ 669272 h 1062823"/>
                        <a:gd name="connsiteX32" fmla="*/ 911610 w 1215076"/>
                        <a:gd name="connsiteY32" fmla="*/ 788403 h 1062823"/>
                        <a:gd name="connsiteX33" fmla="*/ 671092 w 1215076"/>
                        <a:gd name="connsiteY33" fmla="*/ 788403 h 1062823"/>
                        <a:gd name="connsiteX34" fmla="*/ 669965 w 1215076"/>
                        <a:gd name="connsiteY34" fmla="*/ 892362 h 1062823"/>
                        <a:gd name="connsiteX35" fmla="*/ 699184 w 1215076"/>
                        <a:gd name="connsiteY35" fmla="*/ 952968 h 1062823"/>
                        <a:gd name="connsiteX36" fmla="*/ 699184 w 1215076"/>
                        <a:gd name="connsiteY36" fmla="*/ 1024326 h 1062823"/>
                        <a:gd name="connsiteX37" fmla="*/ 695716 w 1215076"/>
                        <a:gd name="connsiteY37" fmla="*/ 1062823 h 1062823"/>
                        <a:gd name="connsiteX0" fmla="*/ 0 w 1215075"/>
                        <a:gd name="connsiteY0" fmla="*/ 59566 h 1024326"/>
                        <a:gd name="connsiteX1" fmla="*/ 570602 w 1215075"/>
                        <a:gd name="connsiteY1" fmla="*/ 66589 h 1024326"/>
                        <a:gd name="connsiteX2" fmla="*/ 528550 w 1215075"/>
                        <a:gd name="connsiteY2" fmla="*/ 0 h 1024326"/>
                        <a:gd name="connsiteX3" fmla="*/ 868344 w 1215075"/>
                        <a:gd name="connsiteY3" fmla="*/ 0 h 1024326"/>
                        <a:gd name="connsiteX4" fmla="*/ 886986 w 1215075"/>
                        <a:gd name="connsiteY4" fmla="*/ 33295 h 1024326"/>
                        <a:gd name="connsiteX5" fmla="*/ 927824 w 1215075"/>
                        <a:gd name="connsiteY5" fmla="*/ 40925 h 1024326"/>
                        <a:gd name="connsiteX6" fmla="*/ 927824 w 1215075"/>
                        <a:gd name="connsiteY6" fmla="*/ 74826 h 1024326"/>
                        <a:gd name="connsiteX7" fmla="*/ 953488 w 1215075"/>
                        <a:gd name="connsiteY7" fmla="*/ 74826 h 1024326"/>
                        <a:gd name="connsiteX8" fmla="*/ 953488 w 1215075"/>
                        <a:gd name="connsiteY8" fmla="*/ 112196 h 1024326"/>
                        <a:gd name="connsiteX9" fmla="*/ 1048083 w 1215075"/>
                        <a:gd name="connsiteY9" fmla="*/ 112196 h 1024326"/>
                        <a:gd name="connsiteX10" fmla="*/ 1048083 w 1215075"/>
                        <a:gd name="connsiteY10" fmla="*/ 130837 h 1024326"/>
                        <a:gd name="connsiteX11" fmla="*/ 1083111 w 1215075"/>
                        <a:gd name="connsiteY11" fmla="*/ 130837 h 1024326"/>
                        <a:gd name="connsiteX12" fmla="*/ 1083111 w 1215075"/>
                        <a:gd name="connsiteY12" fmla="*/ 100491 h 1024326"/>
                        <a:gd name="connsiteX13" fmla="*/ 1100625 w 1215075"/>
                        <a:gd name="connsiteY13" fmla="*/ 100491 h 1024326"/>
                        <a:gd name="connsiteX14" fmla="*/ 1132186 w 1215075"/>
                        <a:gd name="connsiteY14" fmla="*/ 81849 h 1024326"/>
                        <a:gd name="connsiteX15" fmla="*/ 1132186 w 1215075"/>
                        <a:gd name="connsiteY15" fmla="*/ 127369 h 1024326"/>
                        <a:gd name="connsiteX16" fmla="*/ 1168342 w 1215075"/>
                        <a:gd name="connsiteY16" fmla="*/ 130837 h 1024326"/>
                        <a:gd name="connsiteX17" fmla="*/ 1175365 w 1215075"/>
                        <a:gd name="connsiteY17" fmla="*/ 147224 h 1024326"/>
                        <a:gd name="connsiteX18" fmla="*/ 1203370 w 1215075"/>
                        <a:gd name="connsiteY18" fmla="*/ 156588 h 1024326"/>
                        <a:gd name="connsiteX19" fmla="*/ 1215075 w 1215075"/>
                        <a:gd name="connsiteY19" fmla="*/ 188149 h 1024326"/>
                        <a:gd name="connsiteX20" fmla="*/ 1182388 w 1215075"/>
                        <a:gd name="connsiteY20" fmla="*/ 251183 h 1024326"/>
                        <a:gd name="connsiteX21" fmla="*/ 1167214 w 1215075"/>
                        <a:gd name="connsiteY21" fmla="*/ 294362 h 1024326"/>
                        <a:gd name="connsiteX22" fmla="*/ 1166087 w 1215075"/>
                        <a:gd name="connsiteY22" fmla="*/ 329390 h 1024326"/>
                        <a:gd name="connsiteX23" fmla="*/ 1134527 w 1215075"/>
                        <a:gd name="connsiteY23" fmla="*/ 369101 h 1024326"/>
                        <a:gd name="connsiteX24" fmla="*/ 1073834 w 1215075"/>
                        <a:gd name="connsiteY24" fmla="*/ 378465 h 1024326"/>
                        <a:gd name="connsiteX25" fmla="*/ 1072707 w 1215075"/>
                        <a:gd name="connsiteY25" fmla="*/ 422857 h 1024326"/>
                        <a:gd name="connsiteX26" fmla="*/ 1049383 w 1215075"/>
                        <a:gd name="connsiteY26" fmla="*/ 427540 h 1024326"/>
                        <a:gd name="connsiteX27" fmla="*/ 1004990 w 1215075"/>
                        <a:gd name="connsiteY27" fmla="*/ 546671 h 1024326"/>
                        <a:gd name="connsiteX28" fmla="*/ 967621 w 1215075"/>
                        <a:gd name="connsiteY28" fmla="*/ 546671 h 1024326"/>
                        <a:gd name="connsiteX29" fmla="*/ 966494 w 1215075"/>
                        <a:gd name="connsiteY29" fmla="*/ 574677 h 1024326"/>
                        <a:gd name="connsiteX30" fmla="*/ 976985 w 1215075"/>
                        <a:gd name="connsiteY30" fmla="*/ 574677 h 1024326"/>
                        <a:gd name="connsiteX31" fmla="*/ 938488 w 1215075"/>
                        <a:gd name="connsiteY31" fmla="*/ 669272 h 1024326"/>
                        <a:gd name="connsiteX32" fmla="*/ 911610 w 1215075"/>
                        <a:gd name="connsiteY32" fmla="*/ 788403 h 1024326"/>
                        <a:gd name="connsiteX33" fmla="*/ 671092 w 1215075"/>
                        <a:gd name="connsiteY33" fmla="*/ 788403 h 1024326"/>
                        <a:gd name="connsiteX34" fmla="*/ 669965 w 1215075"/>
                        <a:gd name="connsiteY34" fmla="*/ 892362 h 1024326"/>
                        <a:gd name="connsiteX35" fmla="*/ 699184 w 1215075"/>
                        <a:gd name="connsiteY35" fmla="*/ 952968 h 1024326"/>
                        <a:gd name="connsiteX36" fmla="*/ 699184 w 1215075"/>
                        <a:gd name="connsiteY36" fmla="*/ 1024326 h 1024326"/>
                        <a:gd name="connsiteX0" fmla="*/ 0 w 1215075"/>
                        <a:gd name="connsiteY0" fmla="*/ 59566 h 952968"/>
                        <a:gd name="connsiteX1" fmla="*/ 570602 w 1215075"/>
                        <a:gd name="connsiteY1" fmla="*/ 66589 h 952968"/>
                        <a:gd name="connsiteX2" fmla="*/ 528550 w 1215075"/>
                        <a:gd name="connsiteY2" fmla="*/ 0 h 952968"/>
                        <a:gd name="connsiteX3" fmla="*/ 868344 w 1215075"/>
                        <a:gd name="connsiteY3" fmla="*/ 0 h 952968"/>
                        <a:gd name="connsiteX4" fmla="*/ 886986 w 1215075"/>
                        <a:gd name="connsiteY4" fmla="*/ 33295 h 952968"/>
                        <a:gd name="connsiteX5" fmla="*/ 927824 w 1215075"/>
                        <a:gd name="connsiteY5" fmla="*/ 40925 h 952968"/>
                        <a:gd name="connsiteX6" fmla="*/ 927824 w 1215075"/>
                        <a:gd name="connsiteY6" fmla="*/ 74826 h 952968"/>
                        <a:gd name="connsiteX7" fmla="*/ 953488 w 1215075"/>
                        <a:gd name="connsiteY7" fmla="*/ 74826 h 952968"/>
                        <a:gd name="connsiteX8" fmla="*/ 953488 w 1215075"/>
                        <a:gd name="connsiteY8" fmla="*/ 112196 h 952968"/>
                        <a:gd name="connsiteX9" fmla="*/ 1048083 w 1215075"/>
                        <a:gd name="connsiteY9" fmla="*/ 112196 h 952968"/>
                        <a:gd name="connsiteX10" fmla="*/ 1048083 w 1215075"/>
                        <a:gd name="connsiteY10" fmla="*/ 130837 h 952968"/>
                        <a:gd name="connsiteX11" fmla="*/ 1083111 w 1215075"/>
                        <a:gd name="connsiteY11" fmla="*/ 130837 h 952968"/>
                        <a:gd name="connsiteX12" fmla="*/ 1083111 w 1215075"/>
                        <a:gd name="connsiteY12" fmla="*/ 100491 h 952968"/>
                        <a:gd name="connsiteX13" fmla="*/ 1100625 w 1215075"/>
                        <a:gd name="connsiteY13" fmla="*/ 100491 h 952968"/>
                        <a:gd name="connsiteX14" fmla="*/ 1132186 w 1215075"/>
                        <a:gd name="connsiteY14" fmla="*/ 81849 h 952968"/>
                        <a:gd name="connsiteX15" fmla="*/ 1132186 w 1215075"/>
                        <a:gd name="connsiteY15" fmla="*/ 127369 h 952968"/>
                        <a:gd name="connsiteX16" fmla="*/ 1168342 w 1215075"/>
                        <a:gd name="connsiteY16" fmla="*/ 130837 h 952968"/>
                        <a:gd name="connsiteX17" fmla="*/ 1175365 w 1215075"/>
                        <a:gd name="connsiteY17" fmla="*/ 147224 h 952968"/>
                        <a:gd name="connsiteX18" fmla="*/ 1203370 w 1215075"/>
                        <a:gd name="connsiteY18" fmla="*/ 156588 h 952968"/>
                        <a:gd name="connsiteX19" fmla="*/ 1215075 w 1215075"/>
                        <a:gd name="connsiteY19" fmla="*/ 188149 h 952968"/>
                        <a:gd name="connsiteX20" fmla="*/ 1182388 w 1215075"/>
                        <a:gd name="connsiteY20" fmla="*/ 251183 h 952968"/>
                        <a:gd name="connsiteX21" fmla="*/ 1167214 w 1215075"/>
                        <a:gd name="connsiteY21" fmla="*/ 294362 h 952968"/>
                        <a:gd name="connsiteX22" fmla="*/ 1166087 w 1215075"/>
                        <a:gd name="connsiteY22" fmla="*/ 329390 h 952968"/>
                        <a:gd name="connsiteX23" fmla="*/ 1134527 w 1215075"/>
                        <a:gd name="connsiteY23" fmla="*/ 369101 h 952968"/>
                        <a:gd name="connsiteX24" fmla="*/ 1073834 w 1215075"/>
                        <a:gd name="connsiteY24" fmla="*/ 378465 h 952968"/>
                        <a:gd name="connsiteX25" fmla="*/ 1072707 w 1215075"/>
                        <a:gd name="connsiteY25" fmla="*/ 422857 h 952968"/>
                        <a:gd name="connsiteX26" fmla="*/ 1049383 w 1215075"/>
                        <a:gd name="connsiteY26" fmla="*/ 427540 h 952968"/>
                        <a:gd name="connsiteX27" fmla="*/ 1004990 w 1215075"/>
                        <a:gd name="connsiteY27" fmla="*/ 546671 h 952968"/>
                        <a:gd name="connsiteX28" fmla="*/ 967621 w 1215075"/>
                        <a:gd name="connsiteY28" fmla="*/ 546671 h 952968"/>
                        <a:gd name="connsiteX29" fmla="*/ 966494 w 1215075"/>
                        <a:gd name="connsiteY29" fmla="*/ 574677 h 952968"/>
                        <a:gd name="connsiteX30" fmla="*/ 976985 w 1215075"/>
                        <a:gd name="connsiteY30" fmla="*/ 574677 h 952968"/>
                        <a:gd name="connsiteX31" fmla="*/ 938488 w 1215075"/>
                        <a:gd name="connsiteY31" fmla="*/ 669272 h 952968"/>
                        <a:gd name="connsiteX32" fmla="*/ 911610 w 1215075"/>
                        <a:gd name="connsiteY32" fmla="*/ 788403 h 952968"/>
                        <a:gd name="connsiteX33" fmla="*/ 671092 w 1215075"/>
                        <a:gd name="connsiteY33" fmla="*/ 788403 h 952968"/>
                        <a:gd name="connsiteX34" fmla="*/ 669965 w 1215075"/>
                        <a:gd name="connsiteY34" fmla="*/ 892362 h 952968"/>
                        <a:gd name="connsiteX35" fmla="*/ 699184 w 1215075"/>
                        <a:gd name="connsiteY35" fmla="*/ 952968 h 952968"/>
                        <a:gd name="connsiteX0" fmla="*/ 0 w 1215075"/>
                        <a:gd name="connsiteY0" fmla="*/ 59566 h 892362"/>
                        <a:gd name="connsiteX1" fmla="*/ 570602 w 1215075"/>
                        <a:gd name="connsiteY1" fmla="*/ 66589 h 892362"/>
                        <a:gd name="connsiteX2" fmla="*/ 528550 w 1215075"/>
                        <a:gd name="connsiteY2" fmla="*/ 0 h 892362"/>
                        <a:gd name="connsiteX3" fmla="*/ 868344 w 1215075"/>
                        <a:gd name="connsiteY3" fmla="*/ 0 h 892362"/>
                        <a:gd name="connsiteX4" fmla="*/ 886986 w 1215075"/>
                        <a:gd name="connsiteY4" fmla="*/ 33295 h 892362"/>
                        <a:gd name="connsiteX5" fmla="*/ 927824 w 1215075"/>
                        <a:gd name="connsiteY5" fmla="*/ 40925 h 892362"/>
                        <a:gd name="connsiteX6" fmla="*/ 927824 w 1215075"/>
                        <a:gd name="connsiteY6" fmla="*/ 74826 h 892362"/>
                        <a:gd name="connsiteX7" fmla="*/ 953488 w 1215075"/>
                        <a:gd name="connsiteY7" fmla="*/ 74826 h 892362"/>
                        <a:gd name="connsiteX8" fmla="*/ 953488 w 1215075"/>
                        <a:gd name="connsiteY8" fmla="*/ 112196 h 892362"/>
                        <a:gd name="connsiteX9" fmla="*/ 1048083 w 1215075"/>
                        <a:gd name="connsiteY9" fmla="*/ 112196 h 892362"/>
                        <a:gd name="connsiteX10" fmla="*/ 1048083 w 1215075"/>
                        <a:gd name="connsiteY10" fmla="*/ 130837 h 892362"/>
                        <a:gd name="connsiteX11" fmla="*/ 1083111 w 1215075"/>
                        <a:gd name="connsiteY11" fmla="*/ 130837 h 892362"/>
                        <a:gd name="connsiteX12" fmla="*/ 1083111 w 1215075"/>
                        <a:gd name="connsiteY12" fmla="*/ 100491 h 892362"/>
                        <a:gd name="connsiteX13" fmla="*/ 1100625 w 1215075"/>
                        <a:gd name="connsiteY13" fmla="*/ 100491 h 892362"/>
                        <a:gd name="connsiteX14" fmla="*/ 1132186 w 1215075"/>
                        <a:gd name="connsiteY14" fmla="*/ 81849 h 892362"/>
                        <a:gd name="connsiteX15" fmla="*/ 1132186 w 1215075"/>
                        <a:gd name="connsiteY15" fmla="*/ 127369 h 892362"/>
                        <a:gd name="connsiteX16" fmla="*/ 1168342 w 1215075"/>
                        <a:gd name="connsiteY16" fmla="*/ 130837 h 892362"/>
                        <a:gd name="connsiteX17" fmla="*/ 1175365 w 1215075"/>
                        <a:gd name="connsiteY17" fmla="*/ 147224 h 892362"/>
                        <a:gd name="connsiteX18" fmla="*/ 1203370 w 1215075"/>
                        <a:gd name="connsiteY18" fmla="*/ 156588 h 892362"/>
                        <a:gd name="connsiteX19" fmla="*/ 1215075 w 1215075"/>
                        <a:gd name="connsiteY19" fmla="*/ 188149 h 892362"/>
                        <a:gd name="connsiteX20" fmla="*/ 1182388 w 1215075"/>
                        <a:gd name="connsiteY20" fmla="*/ 251183 h 892362"/>
                        <a:gd name="connsiteX21" fmla="*/ 1167214 w 1215075"/>
                        <a:gd name="connsiteY21" fmla="*/ 294362 h 892362"/>
                        <a:gd name="connsiteX22" fmla="*/ 1166087 w 1215075"/>
                        <a:gd name="connsiteY22" fmla="*/ 329390 h 892362"/>
                        <a:gd name="connsiteX23" fmla="*/ 1134527 w 1215075"/>
                        <a:gd name="connsiteY23" fmla="*/ 369101 h 892362"/>
                        <a:gd name="connsiteX24" fmla="*/ 1073834 w 1215075"/>
                        <a:gd name="connsiteY24" fmla="*/ 378465 h 892362"/>
                        <a:gd name="connsiteX25" fmla="*/ 1072707 w 1215075"/>
                        <a:gd name="connsiteY25" fmla="*/ 422857 h 892362"/>
                        <a:gd name="connsiteX26" fmla="*/ 1049383 w 1215075"/>
                        <a:gd name="connsiteY26" fmla="*/ 427540 h 892362"/>
                        <a:gd name="connsiteX27" fmla="*/ 1004990 w 1215075"/>
                        <a:gd name="connsiteY27" fmla="*/ 546671 h 892362"/>
                        <a:gd name="connsiteX28" fmla="*/ 967621 w 1215075"/>
                        <a:gd name="connsiteY28" fmla="*/ 546671 h 892362"/>
                        <a:gd name="connsiteX29" fmla="*/ 966494 w 1215075"/>
                        <a:gd name="connsiteY29" fmla="*/ 574677 h 892362"/>
                        <a:gd name="connsiteX30" fmla="*/ 976985 w 1215075"/>
                        <a:gd name="connsiteY30" fmla="*/ 574677 h 892362"/>
                        <a:gd name="connsiteX31" fmla="*/ 938488 w 1215075"/>
                        <a:gd name="connsiteY31" fmla="*/ 669272 h 892362"/>
                        <a:gd name="connsiteX32" fmla="*/ 911610 w 1215075"/>
                        <a:gd name="connsiteY32" fmla="*/ 788403 h 892362"/>
                        <a:gd name="connsiteX33" fmla="*/ 671092 w 1215075"/>
                        <a:gd name="connsiteY33" fmla="*/ 788403 h 892362"/>
                        <a:gd name="connsiteX34" fmla="*/ 669965 w 1215075"/>
                        <a:gd name="connsiteY34" fmla="*/ 892362 h 892362"/>
                        <a:gd name="connsiteX0" fmla="*/ 0 w 1215075"/>
                        <a:gd name="connsiteY0" fmla="*/ 59566 h 892362"/>
                        <a:gd name="connsiteX1" fmla="*/ 570602 w 1215075"/>
                        <a:gd name="connsiteY1" fmla="*/ 66589 h 892362"/>
                        <a:gd name="connsiteX2" fmla="*/ 528550 w 1215075"/>
                        <a:gd name="connsiteY2" fmla="*/ 0 h 892362"/>
                        <a:gd name="connsiteX3" fmla="*/ 868344 w 1215075"/>
                        <a:gd name="connsiteY3" fmla="*/ 0 h 892362"/>
                        <a:gd name="connsiteX4" fmla="*/ 886986 w 1215075"/>
                        <a:gd name="connsiteY4" fmla="*/ 33295 h 892362"/>
                        <a:gd name="connsiteX5" fmla="*/ 927824 w 1215075"/>
                        <a:gd name="connsiteY5" fmla="*/ 40925 h 892362"/>
                        <a:gd name="connsiteX6" fmla="*/ 927824 w 1215075"/>
                        <a:gd name="connsiteY6" fmla="*/ 74826 h 892362"/>
                        <a:gd name="connsiteX7" fmla="*/ 953488 w 1215075"/>
                        <a:gd name="connsiteY7" fmla="*/ 74826 h 892362"/>
                        <a:gd name="connsiteX8" fmla="*/ 953488 w 1215075"/>
                        <a:gd name="connsiteY8" fmla="*/ 112196 h 892362"/>
                        <a:gd name="connsiteX9" fmla="*/ 1048083 w 1215075"/>
                        <a:gd name="connsiteY9" fmla="*/ 112196 h 892362"/>
                        <a:gd name="connsiteX10" fmla="*/ 1048083 w 1215075"/>
                        <a:gd name="connsiteY10" fmla="*/ 130837 h 892362"/>
                        <a:gd name="connsiteX11" fmla="*/ 1083111 w 1215075"/>
                        <a:gd name="connsiteY11" fmla="*/ 130837 h 892362"/>
                        <a:gd name="connsiteX12" fmla="*/ 1083111 w 1215075"/>
                        <a:gd name="connsiteY12" fmla="*/ 100491 h 892362"/>
                        <a:gd name="connsiteX13" fmla="*/ 1100625 w 1215075"/>
                        <a:gd name="connsiteY13" fmla="*/ 100491 h 892362"/>
                        <a:gd name="connsiteX14" fmla="*/ 1132186 w 1215075"/>
                        <a:gd name="connsiteY14" fmla="*/ 81849 h 892362"/>
                        <a:gd name="connsiteX15" fmla="*/ 1132186 w 1215075"/>
                        <a:gd name="connsiteY15" fmla="*/ 127369 h 892362"/>
                        <a:gd name="connsiteX16" fmla="*/ 1168342 w 1215075"/>
                        <a:gd name="connsiteY16" fmla="*/ 130837 h 892362"/>
                        <a:gd name="connsiteX17" fmla="*/ 1175365 w 1215075"/>
                        <a:gd name="connsiteY17" fmla="*/ 147224 h 892362"/>
                        <a:gd name="connsiteX18" fmla="*/ 1203370 w 1215075"/>
                        <a:gd name="connsiteY18" fmla="*/ 156588 h 892362"/>
                        <a:gd name="connsiteX19" fmla="*/ 1215075 w 1215075"/>
                        <a:gd name="connsiteY19" fmla="*/ 188149 h 892362"/>
                        <a:gd name="connsiteX20" fmla="*/ 1182388 w 1215075"/>
                        <a:gd name="connsiteY20" fmla="*/ 251183 h 892362"/>
                        <a:gd name="connsiteX21" fmla="*/ 1167214 w 1215075"/>
                        <a:gd name="connsiteY21" fmla="*/ 294362 h 892362"/>
                        <a:gd name="connsiteX22" fmla="*/ 1166087 w 1215075"/>
                        <a:gd name="connsiteY22" fmla="*/ 329390 h 892362"/>
                        <a:gd name="connsiteX23" fmla="*/ 1134527 w 1215075"/>
                        <a:gd name="connsiteY23" fmla="*/ 369101 h 892362"/>
                        <a:gd name="connsiteX24" fmla="*/ 1073834 w 1215075"/>
                        <a:gd name="connsiteY24" fmla="*/ 378465 h 892362"/>
                        <a:gd name="connsiteX25" fmla="*/ 1072707 w 1215075"/>
                        <a:gd name="connsiteY25" fmla="*/ 422857 h 892362"/>
                        <a:gd name="connsiteX26" fmla="*/ 1049383 w 1215075"/>
                        <a:gd name="connsiteY26" fmla="*/ 427540 h 892362"/>
                        <a:gd name="connsiteX27" fmla="*/ 1004990 w 1215075"/>
                        <a:gd name="connsiteY27" fmla="*/ 546671 h 892362"/>
                        <a:gd name="connsiteX28" fmla="*/ 967621 w 1215075"/>
                        <a:gd name="connsiteY28" fmla="*/ 546671 h 892362"/>
                        <a:gd name="connsiteX29" fmla="*/ 966494 w 1215075"/>
                        <a:gd name="connsiteY29" fmla="*/ 574677 h 892362"/>
                        <a:gd name="connsiteX30" fmla="*/ 976985 w 1215075"/>
                        <a:gd name="connsiteY30" fmla="*/ 574677 h 892362"/>
                        <a:gd name="connsiteX31" fmla="*/ 938488 w 1215075"/>
                        <a:gd name="connsiteY31" fmla="*/ 669272 h 892362"/>
                        <a:gd name="connsiteX32" fmla="*/ 911610 w 1215075"/>
                        <a:gd name="connsiteY32" fmla="*/ 788403 h 892362"/>
                        <a:gd name="connsiteX33" fmla="*/ 671092 w 1215075"/>
                        <a:gd name="connsiteY33" fmla="*/ 788403 h 892362"/>
                        <a:gd name="connsiteX34" fmla="*/ 669965 w 1215075"/>
                        <a:gd name="connsiteY34" fmla="*/ 892362 h 892362"/>
                        <a:gd name="connsiteX0" fmla="*/ 0 w 1215075"/>
                        <a:gd name="connsiteY0" fmla="*/ 59566 h 788403"/>
                        <a:gd name="connsiteX1" fmla="*/ 570602 w 1215075"/>
                        <a:gd name="connsiteY1" fmla="*/ 66589 h 788403"/>
                        <a:gd name="connsiteX2" fmla="*/ 528550 w 1215075"/>
                        <a:gd name="connsiteY2" fmla="*/ 0 h 788403"/>
                        <a:gd name="connsiteX3" fmla="*/ 868344 w 1215075"/>
                        <a:gd name="connsiteY3" fmla="*/ 0 h 788403"/>
                        <a:gd name="connsiteX4" fmla="*/ 886986 w 1215075"/>
                        <a:gd name="connsiteY4" fmla="*/ 33295 h 788403"/>
                        <a:gd name="connsiteX5" fmla="*/ 927824 w 1215075"/>
                        <a:gd name="connsiteY5" fmla="*/ 40925 h 788403"/>
                        <a:gd name="connsiteX6" fmla="*/ 927824 w 1215075"/>
                        <a:gd name="connsiteY6" fmla="*/ 74826 h 788403"/>
                        <a:gd name="connsiteX7" fmla="*/ 953488 w 1215075"/>
                        <a:gd name="connsiteY7" fmla="*/ 74826 h 788403"/>
                        <a:gd name="connsiteX8" fmla="*/ 953488 w 1215075"/>
                        <a:gd name="connsiteY8" fmla="*/ 112196 h 788403"/>
                        <a:gd name="connsiteX9" fmla="*/ 1048083 w 1215075"/>
                        <a:gd name="connsiteY9" fmla="*/ 112196 h 788403"/>
                        <a:gd name="connsiteX10" fmla="*/ 1048083 w 1215075"/>
                        <a:gd name="connsiteY10" fmla="*/ 130837 h 788403"/>
                        <a:gd name="connsiteX11" fmla="*/ 1083111 w 1215075"/>
                        <a:gd name="connsiteY11" fmla="*/ 130837 h 788403"/>
                        <a:gd name="connsiteX12" fmla="*/ 1083111 w 1215075"/>
                        <a:gd name="connsiteY12" fmla="*/ 100491 h 788403"/>
                        <a:gd name="connsiteX13" fmla="*/ 1100625 w 1215075"/>
                        <a:gd name="connsiteY13" fmla="*/ 100491 h 788403"/>
                        <a:gd name="connsiteX14" fmla="*/ 1132186 w 1215075"/>
                        <a:gd name="connsiteY14" fmla="*/ 81849 h 788403"/>
                        <a:gd name="connsiteX15" fmla="*/ 1132186 w 1215075"/>
                        <a:gd name="connsiteY15" fmla="*/ 127369 h 788403"/>
                        <a:gd name="connsiteX16" fmla="*/ 1168342 w 1215075"/>
                        <a:gd name="connsiteY16" fmla="*/ 130837 h 788403"/>
                        <a:gd name="connsiteX17" fmla="*/ 1175365 w 1215075"/>
                        <a:gd name="connsiteY17" fmla="*/ 147224 h 788403"/>
                        <a:gd name="connsiteX18" fmla="*/ 1203370 w 1215075"/>
                        <a:gd name="connsiteY18" fmla="*/ 156588 h 788403"/>
                        <a:gd name="connsiteX19" fmla="*/ 1215075 w 1215075"/>
                        <a:gd name="connsiteY19" fmla="*/ 188149 h 788403"/>
                        <a:gd name="connsiteX20" fmla="*/ 1182388 w 1215075"/>
                        <a:gd name="connsiteY20" fmla="*/ 251183 h 788403"/>
                        <a:gd name="connsiteX21" fmla="*/ 1167214 w 1215075"/>
                        <a:gd name="connsiteY21" fmla="*/ 294362 h 788403"/>
                        <a:gd name="connsiteX22" fmla="*/ 1166087 w 1215075"/>
                        <a:gd name="connsiteY22" fmla="*/ 329390 h 788403"/>
                        <a:gd name="connsiteX23" fmla="*/ 1134527 w 1215075"/>
                        <a:gd name="connsiteY23" fmla="*/ 369101 h 788403"/>
                        <a:gd name="connsiteX24" fmla="*/ 1073834 w 1215075"/>
                        <a:gd name="connsiteY24" fmla="*/ 378465 h 788403"/>
                        <a:gd name="connsiteX25" fmla="*/ 1072707 w 1215075"/>
                        <a:gd name="connsiteY25" fmla="*/ 422857 h 788403"/>
                        <a:gd name="connsiteX26" fmla="*/ 1049383 w 1215075"/>
                        <a:gd name="connsiteY26" fmla="*/ 427540 h 788403"/>
                        <a:gd name="connsiteX27" fmla="*/ 1004990 w 1215075"/>
                        <a:gd name="connsiteY27" fmla="*/ 546671 h 788403"/>
                        <a:gd name="connsiteX28" fmla="*/ 967621 w 1215075"/>
                        <a:gd name="connsiteY28" fmla="*/ 546671 h 788403"/>
                        <a:gd name="connsiteX29" fmla="*/ 966494 w 1215075"/>
                        <a:gd name="connsiteY29" fmla="*/ 574677 h 788403"/>
                        <a:gd name="connsiteX30" fmla="*/ 976985 w 1215075"/>
                        <a:gd name="connsiteY30" fmla="*/ 574677 h 788403"/>
                        <a:gd name="connsiteX31" fmla="*/ 938488 w 1215075"/>
                        <a:gd name="connsiteY31" fmla="*/ 669272 h 788403"/>
                        <a:gd name="connsiteX32" fmla="*/ 911610 w 1215075"/>
                        <a:gd name="connsiteY32" fmla="*/ 788403 h 788403"/>
                        <a:gd name="connsiteX33" fmla="*/ 671092 w 1215075"/>
                        <a:gd name="connsiteY33" fmla="*/ 788403 h 788403"/>
                        <a:gd name="connsiteX0" fmla="*/ 0 w 1215075"/>
                        <a:gd name="connsiteY0" fmla="*/ 59566 h 788403"/>
                        <a:gd name="connsiteX1" fmla="*/ 570602 w 1215075"/>
                        <a:gd name="connsiteY1" fmla="*/ 66589 h 788403"/>
                        <a:gd name="connsiteX2" fmla="*/ 528550 w 1215075"/>
                        <a:gd name="connsiteY2" fmla="*/ 0 h 788403"/>
                        <a:gd name="connsiteX3" fmla="*/ 868344 w 1215075"/>
                        <a:gd name="connsiteY3" fmla="*/ 0 h 788403"/>
                        <a:gd name="connsiteX4" fmla="*/ 886986 w 1215075"/>
                        <a:gd name="connsiteY4" fmla="*/ 33295 h 788403"/>
                        <a:gd name="connsiteX5" fmla="*/ 927824 w 1215075"/>
                        <a:gd name="connsiteY5" fmla="*/ 40925 h 788403"/>
                        <a:gd name="connsiteX6" fmla="*/ 927824 w 1215075"/>
                        <a:gd name="connsiteY6" fmla="*/ 74826 h 788403"/>
                        <a:gd name="connsiteX7" fmla="*/ 953488 w 1215075"/>
                        <a:gd name="connsiteY7" fmla="*/ 74826 h 788403"/>
                        <a:gd name="connsiteX8" fmla="*/ 953488 w 1215075"/>
                        <a:gd name="connsiteY8" fmla="*/ 112196 h 788403"/>
                        <a:gd name="connsiteX9" fmla="*/ 1048083 w 1215075"/>
                        <a:gd name="connsiteY9" fmla="*/ 112196 h 788403"/>
                        <a:gd name="connsiteX10" fmla="*/ 1048083 w 1215075"/>
                        <a:gd name="connsiteY10" fmla="*/ 130837 h 788403"/>
                        <a:gd name="connsiteX11" fmla="*/ 1083111 w 1215075"/>
                        <a:gd name="connsiteY11" fmla="*/ 130837 h 788403"/>
                        <a:gd name="connsiteX12" fmla="*/ 1083111 w 1215075"/>
                        <a:gd name="connsiteY12" fmla="*/ 100491 h 788403"/>
                        <a:gd name="connsiteX13" fmla="*/ 1100625 w 1215075"/>
                        <a:gd name="connsiteY13" fmla="*/ 100491 h 788403"/>
                        <a:gd name="connsiteX14" fmla="*/ 1132186 w 1215075"/>
                        <a:gd name="connsiteY14" fmla="*/ 81849 h 788403"/>
                        <a:gd name="connsiteX15" fmla="*/ 1132186 w 1215075"/>
                        <a:gd name="connsiteY15" fmla="*/ 127369 h 788403"/>
                        <a:gd name="connsiteX16" fmla="*/ 1168342 w 1215075"/>
                        <a:gd name="connsiteY16" fmla="*/ 130837 h 788403"/>
                        <a:gd name="connsiteX17" fmla="*/ 1175365 w 1215075"/>
                        <a:gd name="connsiteY17" fmla="*/ 147224 h 788403"/>
                        <a:gd name="connsiteX18" fmla="*/ 1203370 w 1215075"/>
                        <a:gd name="connsiteY18" fmla="*/ 156588 h 788403"/>
                        <a:gd name="connsiteX19" fmla="*/ 1215075 w 1215075"/>
                        <a:gd name="connsiteY19" fmla="*/ 188149 h 788403"/>
                        <a:gd name="connsiteX20" fmla="*/ 1182388 w 1215075"/>
                        <a:gd name="connsiteY20" fmla="*/ 251183 h 788403"/>
                        <a:gd name="connsiteX21" fmla="*/ 1167214 w 1215075"/>
                        <a:gd name="connsiteY21" fmla="*/ 294362 h 788403"/>
                        <a:gd name="connsiteX22" fmla="*/ 1166087 w 1215075"/>
                        <a:gd name="connsiteY22" fmla="*/ 329390 h 788403"/>
                        <a:gd name="connsiteX23" fmla="*/ 1134527 w 1215075"/>
                        <a:gd name="connsiteY23" fmla="*/ 369101 h 788403"/>
                        <a:gd name="connsiteX24" fmla="*/ 1073834 w 1215075"/>
                        <a:gd name="connsiteY24" fmla="*/ 378465 h 788403"/>
                        <a:gd name="connsiteX25" fmla="*/ 1072707 w 1215075"/>
                        <a:gd name="connsiteY25" fmla="*/ 422857 h 788403"/>
                        <a:gd name="connsiteX26" fmla="*/ 1049383 w 1215075"/>
                        <a:gd name="connsiteY26" fmla="*/ 427540 h 788403"/>
                        <a:gd name="connsiteX27" fmla="*/ 1004990 w 1215075"/>
                        <a:gd name="connsiteY27" fmla="*/ 546671 h 788403"/>
                        <a:gd name="connsiteX28" fmla="*/ 967621 w 1215075"/>
                        <a:gd name="connsiteY28" fmla="*/ 546671 h 788403"/>
                        <a:gd name="connsiteX29" fmla="*/ 966494 w 1215075"/>
                        <a:gd name="connsiteY29" fmla="*/ 574677 h 788403"/>
                        <a:gd name="connsiteX30" fmla="*/ 976985 w 1215075"/>
                        <a:gd name="connsiteY30" fmla="*/ 574677 h 788403"/>
                        <a:gd name="connsiteX31" fmla="*/ 938488 w 1215075"/>
                        <a:gd name="connsiteY31" fmla="*/ 669272 h 788403"/>
                        <a:gd name="connsiteX32" fmla="*/ 911610 w 1215075"/>
                        <a:gd name="connsiteY32" fmla="*/ 788403 h 788403"/>
                        <a:gd name="connsiteX0" fmla="*/ 0 w 1215075"/>
                        <a:gd name="connsiteY0" fmla="*/ 59566 h 669272"/>
                        <a:gd name="connsiteX1" fmla="*/ 570602 w 1215075"/>
                        <a:gd name="connsiteY1" fmla="*/ 66589 h 669272"/>
                        <a:gd name="connsiteX2" fmla="*/ 528550 w 1215075"/>
                        <a:gd name="connsiteY2" fmla="*/ 0 h 669272"/>
                        <a:gd name="connsiteX3" fmla="*/ 868344 w 1215075"/>
                        <a:gd name="connsiteY3" fmla="*/ 0 h 669272"/>
                        <a:gd name="connsiteX4" fmla="*/ 886986 w 1215075"/>
                        <a:gd name="connsiteY4" fmla="*/ 33295 h 669272"/>
                        <a:gd name="connsiteX5" fmla="*/ 927824 w 1215075"/>
                        <a:gd name="connsiteY5" fmla="*/ 40925 h 669272"/>
                        <a:gd name="connsiteX6" fmla="*/ 927824 w 1215075"/>
                        <a:gd name="connsiteY6" fmla="*/ 74826 h 669272"/>
                        <a:gd name="connsiteX7" fmla="*/ 953488 w 1215075"/>
                        <a:gd name="connsiteY7" fmla="*/ 74826 h 669272"/>
                        <a:gd name="connsiteX8" fmla="*/ 953488 w 1215075"/>
                        <a:gd name="connsiteY8" fmla="*/ 112196 h 669272"/>
                        <a:gd name="connsiteX9" fmla="*/ 1048083 w 1215075"/>
                        <a:gd name="connsiteY9" fmla="*/ 112196 h 669272"/>
                        <a:gd name="connsiteX10" fmla="*/ 1048083 w 1215075"/>
                        <a:gd name="connsiteY10" fmla="*/ 130837 h 669272"/>
                        <a:gd name="connsiteX11" fmla="*/ 1083111 w 1215075"/>
                        <a:gd name="connsiteY11" fmla="*/ 130837 h 669272"/>
                        <a:gd name="connsiteX12" fmla="*/ 1083111 w 1215075"/>
                        <a:gd name="connsiteY12" fmla="*/ 100491 h 669272"/>
                        <a:gd name="connsiteX13" fmla="*/ 1100625 w 1215075"/>
                        <a:gd name="connsiteY13" fmla="*/ 100491 h 669272"/>
                        <a:gd name="connsiteX14" fmla="*/ 1132186 w 1215075"/>
                        <a:gd name="connsiteY14" fmla="*/ 81849 h 669272"/>
                        <a:gd name="connsiteX15" fmla="*/ 1132186 w 1215075"/>
                        <a:gd name="connsiteY15" fmla="*/ 127369 h 669272"/>
                        <a:gd name="connsiteX16" fmla="*/ 1168342 w 1215075"/>
                        <a:gd name="connsiteY16" fmla="*/ 130837 h 669272"/>
                        <a:gd name="connsiteX17" fmla="*/ 1175365 w 1215075"/>
                        <a:gd name="connsiteY17" fmla="*/ 147224 h 669272"/>
                        <a:gd name="connsiteX18" fmla="*/ 1203370 w 1215075"/>
                        <a:gd name="connsiteY18" fmla="*/ 156588 h 669272"/>
                        <a:gd name="connsiteX19" fmla="*/ 1215075 w 1215075"/>
                        <a:gd name="connsiteY19" fmla="*/ 188149 h 669272"/>
                        <a:gd name="connsiteX20" fmla="*/ 1182388 w 1215075"/>
                        <a:gd name="connsiteY20" fmla="*/ 251183 h 669272"/>
                        <a:gd name="connsiteX21" fmla="*/ 1167214 w 1215075"/>
                        <a:gd name="connsiteY21" fmla="*/ 294362 h 669272"/>
                        <a:gd name="connsiteX22" fmla="*/ 1166087 w 1215075"/>
                        <a:gd name="connsiteY22" fmla="*/ 329390 h 669272"/>
                        <a:gd name="connsiteX23" fmla="*/ 1134527 w 1215075"/>
                        <a:gd name="connsiteY23" fmla="*/ 369101 h 669272"/>
                        <a:gd name="connsiteX24" fmla="*/ 1073834 w 1215075"/>
                        <a:gd name="connsiteY24" fmla="*/ 378465 h 669272"/>
                        <a:gd name="connsiteX25" fmla="*/ 1072707 w 1215075"/>
                        <a:gd name="connsiteY25" fmla="*/ 422857 h 669272"/>
                        <a:gd name="connsiteX26" fmla="*/ 1049383 w 1215075"/>
                        <a:gd name="connsiteY26" fmla="*/ 427540 h 669272"/>
                        <a:gd name="connsiteX27" fmla="*/ 1004990 w 1215075"/>
                        <a:gd name="connsiteY27" fmla="*/ 546671 h 669272"/>
                        <a:gd name="connsiteX28" fmla="*/ 967621 w 1215075"/>
                        <a:gd name="connsiteY28" fmla="*/ 546671 h 669272"/>
                        <a:gd name="connsiteX29" fmla="*/ 966494 w 1215075"/>
                        <a:gd name="connsiteY29" fmla="*/ 574677 h 669272"/>
                        <a:gd name="connsiteX30" fmla="*/ 976985 w 1215075"/>
                        <a:gd name="connsiteY30" fmla="*/ 574677 h 669272"/>
                        <a:gd name="connsiteX31" fmla="*/ 938488 w 1215075"/>
                        <a:gd name="connsiteY31" fmla="*/ 669272 h 669272"/>
                        <a:gd name="connsiteX0" fmla="*/ 0 w 1215075"/>
                        <a:gd name="connsiteY0" fmla="*/ 59566 h 574677"/>
                        <a:gd name="connsiteX1" fmla="*/ 570602 w 1215075"/>
                        <a:gd name="connsiteY1" fmla="*/ 66589 h 574677"/>
                        <a:gd name="connsiteX2" fmla="*/ 528550 w 1215075"/>
                        <a:gd name="connsiteY2" fmla="*/ 0 h 574677"/>
                        <a:gd name="connsiteX3" fmla="*/ 868344 w 1215075"/>
                        <a:gd name="connsiteY3" fmla="*/ 0 h 574677"/>
                        <a:gd name="connsiteX4" fmla="*/ 886986 w 1215075"/>
                        <a:gd name="connsiteY4" fmla="*/ 33295 h 574677"/>
                        <a:gd name="connsiteX5" fmla="*/ 927824 w 1215075"/>
                        <a:gd name="connsiteY5" fmla="*/ 40925 h 574677"/>
                        <a:gd name="connsiteX6" fmla="*/ 927824 w 1215075"/>
                        <a:gd name="connsiteY6" fmla="*/ 74826 h 574677"/>
                        <a:gd name="connsiteX7" fmla="*/ 953488 w 1215075"/>
                        <a:gd name="connsiteY7" fmla="*/ 74826 h 574677"/>
                        <a:gd name="connsiteX8" fmla="*/ 953488 w 1215075"/>
                        <a:gd name="connsiteY8" fmla="*/ 112196 h 574677"/>
                        <a:gd name="connsiteX9" fmla="*/ 1048083 w 1215075"/>
                        <a:gd name="connsiteY9" fmla="*/ 112196 h 574677"/>
                        <a:gd name="connsiteX10" fmla="*/ 1048083 w 1215075"/>
                        <a:gd name="connsiteY10" fmla="*/ 130837 h 574677"/>
                        <a:gd name="connsiteX11" fmla="*/ 1083111 w 1215075"/>
                        <a:gd name="connsiteY11" fmla="*/ 130837 h 574677"/>
                        <a:gd name="connsiteX12" fmla="*/ 1083111 w 1215075"/>
                        <a:gd name="connsiteY12" fmla="*/ 100491 h 574677"/>
                        <a:gd name="connsiteX13" fmla="*/ 1100625 w 1215075"/>
                        <a:gd name="connsiteY13" fmla="*/ 100491 h 574677"/>
                        <a:gd name="connsiteX14" fmla="*/ 1132186 w 1215075"/>
                        <a:gd name="connsiteY14" fmla="*/ 81849 h 574677"/>
                        <a:gd name="connsiteX15" fmla="*/ 1132186 w 1215075"/>
                        <a:gd name="connsiteY15" fmla="*/ 127369 h 574677"/>
                        <a:gd name="connsiteX16" fmla="*/ 1168342 w 1215075"/>
                        <a:gd name="connsiteY16" fmla="*/ 130837 h 574677"/>
                        <a:gd name="connsiteX17" fmla="*/ 1175365 w 1215075"/>
                        <a:gd name="connsiteY17" fmla="*/ 147224 h 574677"/>
                        <a:gd name="connsiteX18" fmla="*/ 1203370 w 1215075"/>
                        <a:gd name="connsiteY18" fmla="*/ 156588 h 574677"/>
                        <a:gd name="connsiteX19" fmla="*/ 1215075 w 1215075"/>
                        <a:gd name="connsiteY19" fmla="*/ 188149 h 574677"/>
                        <a:gd name="connsiteX20" fmla="*/ 1182388 w 1215075"/>
                        <a:gd name="connsiteY20" fmla="*/ 251183 h 574677"/>
                        <a:gd name="connsiteX21" fmla="*/ 1167214 w 1215075"/>
                        <a:gd name="connsiteY21" fmla="*/ 294362 h 574677"/>
                        <a:gd name="connsiteX22" fmla="*/ 1166087 w 1215075"/>
                        <a:gd name="connsiteY22" fmla="*/ 329390 h 574677"/>
                        <a:gd name="connsiteX23" fmla="*/ 1134527 w 1215075"/>
                        <a:gd name="connsiteY23" fmla="*/ 369101 h 574677"/>
                        <a:gd name="connsiteX24" fmla="*/ 1073834 w 1215075"/>
                        <a:gd name="connsiteY24" fmla="*/ 378465 h 574677"/>
                        <a:gd name="connsiteX25" fmla="*/ 1072707 w 1215075"/>
                        <a:gd name="connsiteY25" fmla="*/ 422857 h 574677"/>
                        <a:gd name="connsiteX26" fmla="*/ 1049383 w 1215075"/>
                        <a:gd name="connsiteY26" fmla="*/ 427540 h 574677"/>
                        <a:gd name="connsiteX27" fmla="*/ 1004990 w 1215075"/>
                        <a:gd name="connsiteY27" fmla="*/ 546671 h 574677"/>
                        <a:gd name="connsiteX28" fmla="*/ 967621 w 1215075"/>
                        <a:gd name="connsiteY28" fmla="*/ 546671 h 574677"/>
                        <a:gd name="connsiteX29" fmla="*/ 966494 w 1215075"/>
                        <a:gd name="connsiteY29" fmla="*/ 574677 h 574677"/>
                        <a:gd name="connsiteX30" fmla="*/ 976985 w 1215075"/>
                        <a:gd name="connsiteY30" fmla="*/ 574677 h 574677"/>
                        <a:gd name="connsiteX0" fmla="*/ 0 w 1215075"/>
                        <a:gd name="connsiteY0" fmla="*/ 59566 h 574677"/>
                        <a:gd name="connsiteX1" fmla="*/ 570602 w 1215075"/>
                        <a:gd name="connsiteY1" fmla="*/ 66589 h 574677"/>
                        <a:gd name="connsiteX2" fmla="*/ 528550 w 1215075"/>
                        <a:gd name="connsiteY2" fmla="*/ 0 h 574677"/>
                        <a:gd name="connsiteX3" fmla="*/ 868344 w 1215075"/>
                        <a:gd name="connsiteY3" fmla="*/ 0 h 574677"/>
                        <a:gd name="connsiteX4" fmla="*/ 886986 w 1215075"/>
                        <a:gd name="connsiteY4" fmla="*/ 33295 h 574677"/>
                        <a:gd name="connsiteX5" fmla="*/ 927824 w 1215075"/>
                        <a:gd name="connsiteY5" fmla="*/ 40925 h 574677"/>
                        <a:gd name="connsiteX6" fmla="*/ 927824 w 1215075"/>
                        <a:gd name="connsiteY6" fmla="*/ 74826 h 574677"/>
                        <a:gd name="connsiteX7" fmla="*/ 953488 w 1215075"/>
                        <a:gd name="connsiteY7" fmla="*/ 74826 h 574677"/>
                        <a:gd name="connsiteX8" fmla="*/ 953488 w 1215075"/>
                        <a:gd name="connsiteY8" fmla="*/ 112196 h 574677"/>
                        <a:gd name="connsiteX9" fmla="*/ 1048083 w 1215075"/>
                        <a:gd name="connsiteY9" fmla="*/ 112196 h 574677"/>
                        <a:gd name="connsiteX10" fmla="*/ 1048083 w 1215075"/>
                        <a:gd name="connsiteY10" fmla="*/ 130837 h 574677"/>
                        <a:gd name="connsiteX11" fmla="*/ 1083111 w 1215075"/>
                        <a:gd name="connsiteY11" fmla="*/ 130837 h 574677"/>
                        <a:gd name="connsiteX12" fmla="*/ 1083111 w 1215075"/>
                        <a:gd name="connsiteY12" fmla="*/ 100491 h 574677"/>
                        <a:gd name="connsiteX13" fmla="*/ 1100625 w 1215075"/>
                        <a:gd name="connsiteY13" fmla="*/ 100491 h 574677"/>
                        <a:gd name="connsiteX14" fmla="*/ 1132186 w 1215075"/>
                        <a:gd name="connsiteY14" fmla="*/ 81849 h 574677"/>
                        <a:gd name="connsiteX15" fmla="*/ 1132186 w 1215075"/>
                        <a:gd name="connsiteY15" fmla="*/ 127369 h 574677"/>
                        <a:gd name="connsiteX16" fmla="*/ 1168342 w 1215075"/>
                        <a:gd name="connsiteY16" fmla="*/ 130837 h 574677"/>
                        <a:gd name="connsiteX17" fmla="*/ 1175365 w 1215075"/>
                        <a:gd name="connsiteY17" fmla="*/ 147224 h 574677"/>
                        <a:gd name="connsiteX18" fmla="*/ 1203370 w 1215075"/>
                        <a:gd name="connsiteY18" fmla="*/ 156588 h 574677"/>
                        <a:gd name="connsiteX19" fmla="*/ 1215075 w 1215075"/>
                        <a:gd name="connsiteY19" fmla="*/ 188149 h 574677"/>
                        <a:gd name="connsiteX20" fmla="*/ 1182388 w 1215075"/>
                        <a:gd name="connsiteY20" fmla="*/ 251183 h 574677"/>
                        <a:gd name="connsiteX21" fmla="*/ 1167214 w 1215075"/>
                        <a:gd name="connsiteY21" fmla="*/ 294362 h 574677"/>
                        <a:gd name="connsiteX22" fmla="*/ 1166087 w 1215075"/>
                        <a:gd name="connsiteY22" fmla="*/ 329390 h 574677"/>
                        <a:gd name="connsiteX23" fmla="*/ 1134527 w 1215075"/>
                        <a:gd name="connsiteY23" fmla="*/ 369101 h 574677"/>
                        <a:gd name="connsiteX24" fmla="*/ 1073834 w 1215075"/>
                        <a:gd name="connsiteY24" fmla="*/ 378465 h 574677"/>
                        <a:gd name="connsiteX25" fmla="*/ 1072707 w 1215075"/>
                        <a:gd name="connsiteY25" fmla="*/ 422857 h 574677"/>
                        <a:gd name="connsiteX26" fmla="*/ 1049383 w 1215075"/>
                        <a:gd name="connsiteY26" fmla="*/ 427540 h 574677"/>
                        <a:gd name="connsiteX27" fmla="*/ 1004990 w 1215075"/>
                        <a:gd name="connsiteY27" fmla="*/ 546671 h 574677"/>
                        <a:gd name="connsiteX28" fmla="*/ 967621 w 1215075"/>
                        <a:gd name="connsiteY28" fmla="*/ 546671 h 574677"/>
                        <a:gd name="connsiteX29" fmla="*/ 966494 w 1215075"/>
                        <a:gd name="connsiteY29" fmla="*/ 574677 h 574677"/>
                        <a:gd name="connsiteX0" fmla="*/ 0 w 1215075"/>
                        <a:gd name="connsiteY0" fmla="*/ 59566 h 546671"/>
                        <a:gd name="connsiteX1" fmla="*/ 570602 w 1215075"/>
                        <a:gd name="connsiteY1" fmla="*/ 66589 h 546671"/>
                        <a:gd name="connsiteX2" fmla="*/ 528550 w 1215075"/>
                        <a:gd name="connsiteY2" fmla="*/ 0 h 546671"/>
                        <a:gd name="connsiteX3" fmla="*/ 868344 w 1215075"/>
                        <a:gd name="connsiteY3" fmla="*/ 0 h 546671"/>
                        <a:gd name="connsiteX4" fmla="*/ 886986 w 1215075"/>
                        <a:gd name="connsiteY4" fmla="*/ 33295 h 546671"/>
                        <a:gd name="connsiteX5" fmla="*/ 927824 w 1215075"/>
                        <a:gd name="connsiteY5" fmla="*/ 40925 h 546671"/>
                        <a:gd name="connsiteX6" fmla="*/ 927824 w 1215075"/>
                        <a:gd name="connsiteY6" fmla="*/ 74826 h 546671"/>
                        <a:gd name="connsiteX7" fmla="*/ 953488 w 1215075"/>
                        <a:gd name="connsiteY7" fmla="*/ 74826 h 546671"/>
                        <a:gd name="connsiteX8" fmla="*/ 953488 w 1215075"/>
                        <a:gd name="connsiteY8" fmla="*/ 112196 h 546671"/>
                        <a:gd name="connsiteX9" fmla="*/ 1048083 w 1215075"/>
                        <a:gd name="connsiteY9" fmla="*/ 112196 h 546671"/>
                        <a:gd name="connsiteX10" fmla="*/ 1048083 w 1215075"/>
                        <a:gd name="connsiteY10" fmla="*/ 130837 h 546671"/>
                        <a:gd name="connsiteX11" fmla="*/ 1083111 w 1215075"/>
                        <a:gd name="connsiteY11" fmla="*/ 130837 h 546671"/>
                        <a:gd name="connsiteX12" fmla="*/ 1083111 w 1215075"/>
                        <a:gd name="connsiteY12" fmla="*/ 100491 h 546671"/>
                        <a:gd name="connsiteX13" fmla="*/ 1100625 w 1215075"/>
                        <a:gd name="connsiteY13" fmla="*/ 100491 h 546671"/>
                        <a:gd name="connsiteX14" fmla="*/ 1132186 w 1215075"/>
                        <a:gd name="connsiteY14" fmla="*/ 81849 h 546671"/>
                        <a:gd name="connsiteX15" fmla="*/ 1132186 w 1215075"/>
                        <a:gd name="connsiteY15" fmla="*/ 127369 h 546671"/>
                        <a:gd name="connsiteX16" fmla="*/ 1168342 w 1215075"/>
                        <a:gd name="connsiteY16" fmla="*/ 130837 h 546671"/>
                        <a:gd name="connsiteX17" fmla="*/ 1175365 w 1215075"/>
                        <a:gd name="connsiteY17" fmla="*/ 147224 h 546671"/>
                        <a:gd name="connsiteX18" fmla="*/ 1203370 w 1215075"/>
                        <a:gd name="connsiteY18" fmla="*/ 156588 h 546671"/>
                        <a:gd name="connsiteX19" fmla="*/ 1215075 w 1215075"/>
                        <a:gd name="connsiteY19" fmla="*/ 188149 h 546671"/>
                        <a:gd name="connsiteX20" fmla="*/ 1182388 w 1215075"/>
                        <a:gd name="connsiteY20" fmla="*/ 251183 h 546671"/>
                        <a:gd name="connsiteX21" fmla="*/ 1167214 w 1215075"/>
                        <a:gd name="connsiteY21" fmla="*/ 294362 h 546671"/>
                        <a:gd name="connsiteX22" fmla="*/ 1166087 w 1215075"/>
                        <a:gd name="connsiteY22" fmla="*/ 329390 h 546671"/>
                        <a:gd name="connsiteX23" fmla="*/ 1134527 w 1215075"/>
                        <a:gd name="connsiteY23" fmla="*/ 369101 h 546671"/>
                        <a:gd name="connsiteX24" fmla="*/ 1073834 w 1215075"/>
                        <a:gd name="connsiteY24" fmla="*/ 378465 h 546671"/>
                        <a:gd name="connsiteX25" fmla="*/ 1072707 w 1215075"/>
                        <a:gd name="connsiteY25" fmla="*/ 422857 h 546671"/>
                        <a:gd name="connsiteX26" fmla="*/ 1049383 w 1215075"/>
                        <a:gd name="connsiteY26" fmla="*/ 427540 h 546671"/>
                        <a:gd name="connsiteX27" fmla="*/ 1004990 w 1215075"/>
                        <a:gd name="connsiteY27" fmla="*/ 546671 h 546671"/>
                        <a:gd name="connsiteX28" fmla="*/ 967621 w 1215075"/>
                        <a:gd name="connsiteY28" fmla="*/ 546671 h 546671"/>
                        <a:gd name="connsiteX0" fmla="*/ 0 w 1215075"/>
                        <a:gd name="connsiteY0" fmla="*/ 59566 h 546671"/>
                        <a:gd name="connsiteX1" fmla="*/ 570602 w 1215075"/>
                        <a:gd name="connsiteY1" fmla="*/ 66589 h 546671"/>
                        <a:gd name="connsiteX2" fmla="*/ 528550 w 1215075"/>
                        <a:gd name="connsiteY2" fmla="*/ 0 h 546671"/>
                        <a:gd name="connsiteX3" fmla="*/ 868344 w 1215075"/>
                        <a:gd name="connsiteY3" fmla="*/ 0 h 546671"/>
                        <a:gd name="connsiteX4" fmla="*/ 886986 w 1215075"/>
                        <a:gd name="connsiteY4" fmla="*/ 33295 h 546671"/>
                        <a:gd name="connsiteX5" fmla="*/ 927824 w 1215075"/>
                        <a:gd name="connsiteY5" fmla="*/ 40925 h 546671"/>
                        <a:gd name="connsiteX6" fmla="*/ 927824 w 1215075"/>
                        <a:gd name="connsiteY6" fmla="*/ 74826 h 546671"/>
                        <a:gd name="connsiteX7" fmla="*/ 953488 w 1215075"/>
                        <a:gd name="connsiteY7" fmla="*/ 74826 h 546671"/>
                        <a:gd name="connsiteX8" fmla="*/ 953488 w 1215075"/>
                        <a:gd name="connsiteY8" fmla="*/ 112196 h 546671"/>
                        <a:gd name="connsiteX9" fmla="*/ 1048083 w 1215075"/>
                        <a:gd name="connsiteY9" fmla="*/ 112196 h 546671"/>
                        <a:gd name="connsiteX10" fmla="*/ 1048083 w 1215075"/>
                        <a:gd name="connsiteY10" fmla="*/ 130837 h 546671"/>
                        <a:gd name="connsiteX11" fmla="*/ 1083111 w 1215075"/>
                        <a:gd name="connsiteY11" fmla="*/ 130837 h 546671"/>
                        <a:gd name="connsiteX12" fmla="*/ 1083111 w 1215075"/>
                        <a:gd name="connsiteY12" fmla="*/ 100491 h 546671"/>
                        <a:gd name="connsiteX13" fmla="*/ 1100625 w 1215075"/>
                        <a:gd name="connsiteY13" fmla="*/ 100491 h 546671"/>
                        <a:gd name="connsiteX14" fmla="*/ 1132186 w 1215075"/>
                        <a:gd name="connsiteY14" fmla="*/ 81849 h 546671"/>
                        <a:gd name="connsiteX15" fmla="*/ 1132186 w 1215075"/>
                        <a:gd name="connsiteY15" fmla="*/ 127369 h 546671"/>
                        <a:gd name="connsiteX16" fmla="*/ 1168342 w 1215075"/>
                        <a:gd name="connsiteY16" fmla="*/ 130837 h 546671"/>
                        <a:gd name="connsiteX17" fmla="*/ 1175365 w 1215075"/>
                        <a:gd name="connsiteY17" fmla="*/ 147224 h 546671"/>
                        <a:gd name="connsiteX18" fmla="*/ 1203370 w 1215075"/>
                        <a:gd name="connsiteY18" fmla="*/ 156588 h 546671"/>
                        <a:gd name="connsiteX19" fmla="*/ 1215075 w 1215075"/>
                        <a:gd name="connsiteY19" fmla="*/ 188149 h 546671"/>
                        <a:gd name="connsiteX20" fmla="*/ 1182388 w 1215075"/>
                        <a:gd name="connsiteY20" fmla="*/ 251183 h 546671"/>
                        <a:gd name="connsiteX21" fmla="*/ 1167214 w 1215075"/>
                        <a:gd name="connsiteY21" fmla="*/ 294362 h 546671"/>
                        <a:gd name="connsiteX22" fmla="*/ 1166087 w 1215075"/>
                        <a:gd name="connsiteY22" fmla="*/ 329390 h 546671"/>
                        <a:gd name="connsiteX23" fmla="*/ 1134527 w 1215075"/>
                        <a:gd name="connsiteY23" fmla="*/ 369101 h 546671"/>
                        <a:gd name="connsiteX24" fmla="*/ 1073834 w 1215075"/>
                        <a:gd name="connsiteY24" fmla="*/ 378465 h 546671"/>
                        <a:gd name="connsiteX25" fmla="*/ 1072707 w 1215075"/>
                        <a:gd name="connsiteY25" fmla="*/ 422857 h 546671"/>
                        <a:gd name="connsiteX26" fmla="*/ 1049383 w 1215075"/>
                        <a:gd name="connsiteY26" fmla="*/ 427540 h 546671"/>
                        <a:gd name="connsiteX27" fmla="*/ 1004990 w 1215075"/>
                        <a:gd name="connsiteY27" fmla="*/ 546671 h 546671"/>
                        <a:gd name="connsiteX0" fmla="*/ 0 w 1215075"/>
                        <a:gd name="connsiteY0" fmla="*/ 59566 h 427540"/>
                        <a:gd name="connsiteX1" fmla="*/ 570602 w 1215075"/>
                        <a:gd name="connsiteY1" fmla="*/ 66589 h 427540"/>
                        <a:gd name="connsiteX2" fmla="*/ 528550 w 1215075"/>
                        <a:gd name="connsiteY2" fmla="*/ 0 h 427540"/>
                        <a:gd name="connsiteX3" fmla="*/ 868344 w 1215075"/>
                        <a:gd name="connsiteY3" fmla="*/ 0 h 427540"/>
                        <a:gd name="connsiteX4" fmla="*/ 886986 w 1215075"/>
                        <a:gd name="connsiteY4" fmla="*/ 33295 h 427540"/>
                        <a:gd name="connsiteX5" fmla="*/ 927824 w 1215075"/>
                        <a:gd name="connsiteY5" fmla="*/ 40925 h 427540"/>
                        <a:gd name="connsiteX6" fmla="*/ 927824 w 1215075"/>
                        <a:gd name="connsiteY6" fmla="*/ 74826 h 427540"/>
                        <a:gd name="connsiteX7" fmla="*/ 953488 w 1215075"/>
                        <a:gd name="connsiteY7" fmla="*/ 74826 h 427540"/>
                        <a:gd name="connsiteX8" fmla="*/ 953488 w 1215075"/>
                        <a:gd name="connsiteY8" fmla="*/ 112196 h 427540"/>
                        <a:gd name="connsiteX9" fmla="*/ 1048083 w 1215075"/>
                        <a:gd name="connsiteY9" fmla="*/ 112196 h 427540"/>
                        <a:gd name="connsiteX10" fmla="*/ 1048083 w 1215075"/>
                        <a:gd name="connsiteY10" fmla="*/ 130837 h 427540"/>
                        <a:gd name="connsiteX11" fmla="*/ 1083111 w 1215075"/>
                        <a:gd name="connsiteY11" fmla="*/ 130837 h 427540"/>
                        <a:gd name="connsiteX12" fmla="*/ 1083111 w 1215075"/>
                        <a:gd name="connsiteY12" fmla="*/ 100491 h 427540"/>
                        <a:gd name="connsiteX13" fmla="*/ 1100625 w 1215075"/>
                        <a:gd name="connsiteY13" fmla="*/ 100491 h 427540"/>
                        <a:gd name="connsiteX14" fmla="*/ 1132186 w 1215075"/>
                        <a:gd name="connsiteY14" fmla="*/ 81849 h 427540"/>
                        <a:gd name="connsiteX15" fmla="*/ 1132186 w 1215075"/>
                        <a:gd name="connsiteY15" fmla="*/ 127369 h 427540"/>
                        <a:gd name="connsiteX16" fmla="*/ 1168342 w 1215075"/>
                        <a:gd name="connsiteY16" fmla="*/ 130837 h 427540"/>
                        <a:gd name="connsiteX17" fmla="*/ 1175365 w 1215075"/>
                        <a:gd name="connsiteY17" fmla="*/ 147224 h 427540"/>
                        <a:gd name="connsiteX18" fmla="*/ 1203370 w 1215075"/>
                        <a:gd name="connsiteY18" fmla="*/ 156588 h 427540"/>
                        <a:gd name="connsiteX19" fmla="*/ 1215075 w 1215075"/>
                        <a:gd name="connsiteY19" fmla="*/ 188149 h 427540"/>
                        <a:gd name="connsiteX20" fmla="*/ 1182388 w 1215075"/>
                        <a:gd name="connsiteY20" fmla="*/ 251183 h 427540"/>
                        <a:gd name="connsiteX21" fmla="*/ 1167214 w 1215075"/>
                        <a:gd name="connsiteY21" fmla="*/ 294362 h 427540"/>
                        <a:gd name="connsiteX22" fmla="*/ 1166087 w 1215075"/>
                        <a:gd name="connsiteY22" fmla="*/ 329390 h 427540"/>
                        <a:gd name="connsiteX23" fmla="*/ 1134527 w 1215075"/>
                        <a:gd name="connsiteY23" fmla="*/ 369101 h 427540"/>
                        <a:gd name="connsiteX24" fmla="*/ 1073834 w 1215075"/>
                        <a:gd name="connsiteY24" fmla="*/ 378465 h 427540"/>
                        <a:gd name="connsiteX25" fmla="*/ 1072707 w 1215075"/>
                        <a:gd name="connsiteY25" fmla="*/ 422857 h 427540"/>
                        <a:gd name="connsiteX26" fmla="*/ 1049383 w 1215075"/>
                        <a:gd name="connsiteY26" fmla="*/ 427540 h 427540"/>
                        <a:gd name="connsiteX0" fmla="*/ 0 w 1215075"/>
                        <a:gd name="connsiteY0" fmla="*/ 59566 h 422857"/>
                        <a:gd name="connsiteX1" fmla="*/ 570602 w 1215075"/>
                        <a:gd name="connsiteY1" fmla="*/ 66589 h 422857"/>
                        <a:gd name="connsiteX2" fmla="*/ 528550 w 1215075"/>
                        <a:gd name="connsiteY2" fmla="*/ 0 h 422857"/>
                        <a:gd name="connsiteX3" fmla="*/ 868344 w 1215075"/>
                        <a:gd name="connsiteY3" fmla="*/ 0 h 422857"/>
                        <a:gd name="connsiteX4" fmla="*/ 886986 w 1215075"/>
                        <a:gd name="connsiteY4" fmla="*/ 33295 h 422857"/>
                        <a:gd name="connsiteX5" fmla="*/ 927824 w 1215075"/>
                        <a:gd name="connsiteY5" fmla="*/ 40925 h 422857"/>
                        <a:gd name="connsiteX6" fmla="*/ 927824 w 1215075"/>
                        <a:gd name="connsiteY6" fmla="*/ 74826 h 422857"/>
                        <a:gd name="connsiteX7" fmla="*/ 953488 w 1215075"/>
                        <a:gd name="connsiteY7" fmla="*/ 74826 h 422857"/>
                        <a:gd name="connsiteX8" fmla="*/ 953488 w 1215075"/>
                        <a:gd name="connsiteY8" fmla="*/ 112196 h 422857"/>
                        <a:gd name="connsiteX9" fmla="*/ 1048083 w 1215075"/>
                        <a:gd name="connsiteY9" fmla="*/ 112196 h 422857"/>
                        <a:gd name="connsiteX10" fmla="*/ 1048083 w 1215075"/>
                        <a:gd name="connsiteY10" fmla="*/ 130837 h 422857"/>
                        <a:gd name="connsiteX11" fmla="*/ 1083111 w 1215075"/>
                        <a:gd name="connsiteY11" fmla="*/ 130837 h 422857"/>
                        <a:gd name="connsiteX12" fmla="*/ 1083111 w 1215075"/>
                        <a:gd name="connsiteY12" fmla="*/ 100491 h 422857"/>
                        <a:gd name="connsiteX13" fmla="*/ 1100625 w 1215075"/>
                        <a:gd name="connsiteY13" fmla="*/ 100491 h 422857"/>
                        <a:gd name="connsiteX14" fmla="*/ 1132186 w 1215075"/>
                        <a:gd name="connsiteY14" fmla="*/ 81849 h 422857"/>
                        <a:gd name="connsiteX15" fmla="*/ 1132186 w 1215075"/>
                        <a:gd name="connsiteY15" fmla="*/ 127369 h 422857"/>
                        <a:gd name="connsiteX16" fmla="*/ 1168342 w 1215075"/>
                        <a:gd name="connsiteY16" fmla="*/ 130837 h 422857"/>
                        <a:gd name="connsiteX17" fmla="*/ 1175365 w 1215075"/>
                        <a:gd name="connsiteY17" fmla="*/ 147224 h 422857"/>
                        <a:gd name="connsiteX18" fmla="*/ 1203370 w 1215075"/>
                        <a:gd name="connsiteY18" fmla="*/ 156588 h 422857"/>
                        <a:gd name="connsiteX19" fmla="*/ 1215075 w 1215075"/>
                        <a:gd name="connsiteY19" fmla="*/ 188149 h 422857"/>
                        <a:gd name="connsiteX20" fmla="*/ 1182388 w 1215075"/>
                        <a:gd name="connsiteY20" fmla="*/ 251183 h 422857"/>
                        <a:gd name="connsiteX21" fmla="*/ 1167214 w 1215075"/>
                        <a:gd name="connsiteY21" fmla="*/ 294362 h 422857"/>
                        <a:gd name="connsiteX22" fmla="*/ 1166087 w 1215075"/>
                        <a:gd name="connsiteY22" fmla="*/ 329390 h 422857"/>
                        <a:gd name="connsiteX23" fmla="*/ 1134527 w 1215075"/>
                        <a:gd name="connsiteY23" fmla="*/ 369101 h 422857"/>
                        <a:gd name="connsiteX24" fmla="*/ 1073834 w 1215075"/>
                        <a:gd name="connsiteY24" fmla="*/ 378465 h 422857"/>
                        <a:gd name="connsiteX25" fmla="*/ 1072707 w 1215075"/>
                        <a:gd name="connsiteY25" fmla="*/ 422857 h 422857"/>
                        <a:gd name="connsiteX0" fmla="*/ 0 w 1215075"/>
                        <a:gd name="connsiteY0" fmla="*/ 59566 h 422857"/>
                        <a:gd name="connsiteX1" fmla="*/ 570602 w 1215075"/>
                        <a:gd name="connsiteY1" fmla="*/ 66589 h 422857"/>
                        <a:gd name="connsiteX2" fmla="*/ 528550 w 1215075"/>
                        <a:gd name="connsiteY2" fmla="*/ 0 h 422857"/>
                        <a:gd name="connsiteX3" fmla="*/ 868344 w 1215075"/>
                        <a:gd name="connsiteY3" fmla="*/ 0 h 422857"/>
                        <a:gd name="connsiteX4" fmla="*/ 886986 w 1215075"/>
                        <a:gd name="connsiteY4" fmla="*/ 33295 h 422857"/>
                        <a:gd name="connsiteX5" fmla="*/ 927824 w 1215075"/>
                        <a:gd name="connsiteY5" fmla="*/ 40925 h 422857"/>
                        <a:gd name="connsiteX6" fmla="*/ 927824 w 1215075"/>
                        <a:gd name="connsiteY6" fmla="*/ 74826 h 422857"/>
                        <a:gd name="connsiteX7" fmla="*/ 953488 w 1215075"/>
                        <a:gd name="connsiteY7" fmla="*/ 74826 h 422857"/>
                        <a:gd name="connsiteX8" fmla="*/ 953488 w 1215075"/>
                        <a:gd name="connsiteY8" fmla="*/ 112196 h 422857"/>
                        <a:gd name="connsiteX9" fmla="*/ 1048083 w 1215075"/>
                        <a:gd name="connsiteY9" fmla="*/ 112196 h 422857"/>
                        <a:gd name="connsiteX10" fmla="*/ 1048083 w 1215075"/>
                        <a:gd name="connsiteY10" fmla="*/ 130837 h 422857"/>
                        <a:gd name="connsiteX11" fmla="*/ 1083111 w 1215075"/>
                        <a:gd name="connsiteY11" fmla="*/ 130837 h 422857"/>
                        <a:gd name="connsiteX12" fmla="*/ 1083111 w 1215075"/>
                        <a:gd name="connsiteY12" fmla="*/ 100491 h 422857"/>
                        <a:gd name="connsiteX13" fmla="*/ 1100625 w 1215075"/>
                        <a:gd name="connsiteY13" fmla="*/ 100491 h 422857"/>
                        <a:gd name="connsiteX14" fmla="*/ 1132186 w 1215075"/>
                        <a:gd name="connsiteY14" fmla="*/ 81849 h 422857"/>
                        <a:gd name="connsiteX15" fmla="*/ 1132186 w 1215075"/>
                        <a:gd name="connsiteY15" fmla="*/ 127369 h 422857"/>
                        <a:gd name="connsiteX16" fmla="*/ 1168342 w 1215075"/>
                        <a:gd name="connsiteY16" fmla="*/ 130837 h 422857"/>
                        <a:gd name="connsiteX17" fmla="*/ 1175365 w 1215075"/>
                        <a:gd name="connsiteY17" fmla="*/ 147224 h 422857"/>
                        <a:gd name="connsiteX18" fmla="*/ 1203370 w 1215075"/>
                        <a:gd name="connsiteY18" fmla="*/ 156588 h 422857"/>
                        <a:gd name="connsiteX19" fmla="*/ 1215075 w 1215075"/>
                        <a:gd name="connsiteY19" fmla="*/ 188149 h 422857"/>
                        <a:gd name="connsiteX20" fmla="*/ 1182388 w 1215075"/>
                        <a:gd name="connsiteY20" fmla="*/ 251183 h 422857"/>
                        <a:gd name="connsiteX21" fmla="*/ 1167214 w 1215075"/>
                        <a:gd name="connsiteY21" fmla="*/ 294362 h 422857"/>
                        <a:gd name="connsiteX22" fmla="*/ 1166087 w 1215075"/>
                        <a:gd name="connsiteY22" fmla="*/ 329390 h 422857"/>
                        <a:gd name="connsiteX23" fmla="*/ 1134527 w 1215075"/>
                        <a:gd name="connsiteY23" fmla="*/ 369101 h 422857"/>
                        <a:gd name="connsiteX24" fmla="*/ 1073834 w 1215075"/>
                        <a:gd name="connsiteY24" fmla="*/ 378465 h 422857"/>
                        <a:gd name="connsiteX25" fmla="*/ 1072707 w 1215075"/>
                        <a:gd name="connsiteY25" fmla="*/ 422857 h 422857"/>
                        <a:gd name="connsiteX0" fmla="*/ 42052 w 686525"/>
                        <a:gd name="connsiteY0" fmla="*/ 66589 h 422857"/>
                        <a:gd name="connsiteX1" fmla="*/ 0 w 686525"/>
                        <a:gd name="connsiteY1" fmla="*/ 0 h 422857"/>
                        <a:gd name="connsiteX2" fmla="*/ 339794 w 686525"/>
                        <a:gd name="connsiteY2" fmla="*/ 0 h 422857"/>
                        <a:gd name="connsiteX3" fmla="*/ 358436 w 686525"/>
                        <a:gd name="connsiteY3" fmla="*/ 33295 h 422857"/>
                        <a:gd name="connsiteX4" fmla="*/ 399274 w 686525"/>
                        <a:gd name="connsiteY4" fmla="*/ 40925 h 422857"/>
                        <a:gd name="connsiteX5" fmla="*/ 399274 w 686525"/>
                        <a:gd name="connsiteY5" fmla="*/ 74826 h 422857"/>
                        <a:gd name="connsiteX6" fmla="*/ 424938 w 686525"/>
                        <a:gd name="connsiteY6" fmla="*/ 74826 h 422857"/>
                        <a:gd name="connsiteX7" fmla="*/ 424938 w 686525"/>
                        <a:gd name="connsiteY7" fmla="*/ 112196 h 422857"/>
                        <a:gd name="connsiteX8" fmla="*/ 519533 w 686525"/>
                        <a:gd name="connsiteY8" fmla="*/ 112196 h 422857"/>
                        <a:gd name="connsiteX9" fmla="*/ 519533 w 686525"/>
                        <a:gd name="connsiteY9" fmla="*/ 130837 h 422857"/>
                        <a:gd name="connsiteX10" fmla="*/ 554561 w 686525"/>
                        <a:gd name="connsiteY10" fmla="*/ 130837 h 422857"/>
                        <a:gd name="connsiteX11" fmla="*/ 554561 w 686525"/>
                        <a:gd name="connsiteY11" fmla="*/ 100491 h 422857"/>
                        <a:gd name="connsiteX12" fmla="*/ 572075 w 686525"/>
                        <a:gd name="connsiteY12" fmla="*/ 100491 h 422857"/>
                        <a:gd name="connsiteX13" fmla="*/ 603636 w 686525"/>
                        <a:gd name="connsiteY13" fmla="*/ 81849 h 422857"/>
                        <a:gd name="connsiteX14" fmla="*/ 603636 w 686525"/>
                        <a:gd name="connsiteY14" fmla="*/ 127369 h 422857"/>
                        <a:gd name="connsiteX15" fmla="*/ 639792 w 686525"/>
                        <a:gd name="connsiteY15" fmla="*/ 130837 h 422857"/>
                        <a:gd name="connsiteX16" fmla="*/ 646815 w 686525"/>
                        <a:gd name="connsiteY16" fmla="*/ 147224 h 422857"/>
                        <a:gd name="connsiteX17" fmla="*/ 674820 w 686525"/>
                        <a:gd name="connsiteY17" fmla="*/ 156588 h 422857"/>
                        <a:gd name="connsiteX18" fmla="*/ 686525 w 686525"/>
                        <a:gd name="connsiteY18" fmla="*/ 188149 h 422857"/>
                        <a:gd name="connsiteX19" fmla="*/ 653838 w 686525"/>
                        <a:gd name="connsiteY19" fmla="*/ 251183 h 422857"/>
                        <a:gd name="connsiteX20" fmla="*/ 638664 w 686525"/>
                        <a:gd name="connsiteY20" fmla="*/ 294362 h 422857"/>
                        <a:gd name="connsiteX21" fmla="*/ 637537 w 686525"/>
                        <a:gd name="connsiteY21" fmla="*/ 329390 h 422857"/>
                        <a:gd name="connsiteX22" fmla="*/ 605977 w 686525"/>
                        <a:gd name="connsiteY22" fmla="*/ 369101 h 422857"/>
                        <a:gd name="connsiteX23" fmla="*/ 545284 w 686525"/>
                        <a:gd name="connsiteY23" fmla="*/ 378465 h 422857"/>
                        <a:gd name="connsiteX24" fmla="*/ 544157 w 686525"/>
                        <a:gd name="connsiteY24" fmla="*/ 422857 h 422857"/>
                        <a:gd name="connsiteX0" fmla="*/ 42052 w 686525"/>
                        <a:gd name="connsiteY0" fmla="*/ 66589 h 422857"/>
                        <a:gd name="connsiteX1" fmla="*/ 0 w 686525"/>
                        <a:gd name="connsiteY1" fmla="*/ 0 h 422857"/>
                        <a:gd name="connsiteX2" fmla="*/ 339794 w 686525"/>
                        <a:gd name="connsiteY2" fmla="*/ 0 h 422857"/>
                        <a:gd name="connsiteX3" fmla="*/ 358436 w 686525"/>
                        <a:gd name="connsiteY3" fmla="*/ 33295 h 422857"/>
                        <a:gd name="connsiteX4" fmla="*/ 399274 w 686525"/>
                        <a:gd name="connsiteY4" fmla="*/ 40925 h 422857"/>
                        <a:gd name="connsiteX5" fmla="*/ 399274 w 686525"/>
                        <a:gd name="connsiteY5" fmla="*/ 74826 h 422857"/>
                        <a:gd name="connsiteX6" fmla="*/ 424938 w 686525"/>
                        <a:gd name="connsiteY6" fmla="*/ 74826 h 422857"/>
                        <a:gd name="connsiteX7" fmla="*/ 424938 w 686525"/>
                        <a:gd name="connsiteY7" fmla="*/ 112196 h 422857"/>
                        <a:gd name="connsiteX8" fmla="*/ 519533 w 686525"/>
                        <a:gd name="connsiteY8" fmla="*/ 112196 h 422857"/>
                        <a:gd name="connsiteX9" fmla="*/ 519533 w 686525"/>
                        <a:gd name="connsiteY9" fmla="*/ 130837 h 422857"/>
                        <a:gd name="connsiteX10" fmla="*/ 554561 w 686525"/>
                        <a:gd name="connsiteY10" fmla="*/ 130837 h 422857"/>
                        <a:gd name="connsiteX11" fmla="*/ 554561 w 686525"/>
                        <a:gd name="connsiteY11" fmla="*/ 100491 h 422857"/>
                        <a:gd name="connsiteX12" fmla="*/ 572075 w 686525"/>
                        <a:gd name="connsiteY12" fmla="*/ 100491 h 422857"/>
                        <a:gd name="connsiteX13" fmla="*/ 603636 w 686525"/>
                        <a:gd name="connsiteY13" fmla="*/ 81849 h 422857"/>
                        <a:gd name="connsiteX14" fmla="*/ 603636 w 686525"/>
                        <a:gd name="connsiteY14" fmla="*/ 127369 h 422857"/>
                        <a:gd name="connsiteX15" fmla="*/ 639792 w 686525"/>
                        <a:gd name="connsiteY15" fmla="*/ 130837 h 422857"/>
                        <a:gd name="connsiteX16" fmla="*/ 646815 w 686525"/>
                        <a:gd name="connsiteY16" fmla="*/ 147224 h 422857"/>
                        <a:gd name="connsiteX17" fmla="*/ 674820 w 686525"/>
                        <a:gd name="connsiteY17" fmla="*/ 156588 h 422857"/>
                        <a:gd name="connsiteX18" fmla="*/ 686525 w 686525"/>
                        <a:gd name="connsiteY18" fmla="*/ 188149 h 422857"/>
                        <a:gd name="connsiteX19" fmla="*/ 653838 w 686525"/>
                        <a:gd name="connsiteY19" fmla="*/ 251183 h 422857"/>
                        <a:gd name="connsiteX20" fmla="*/ 638664 w 686525"/>
                        <a:gd name="connsiteY20" fmla="*/ 294362 h 422857"/>
                        <a:gd name="connsiteX21" fmla="*/ 637537 w 686525"/>
                        <a:gd name="connsiteY21" fmla="*/ 329390 h 422857"/>
                        <a:gd name="connsiteX22" fmla="*/ 605977 w 686525"/>
                        <a:gd name="connsiteY22" fmla="*/ 369101 h 422857"/>
                        <a:gd name="connsiteX23" fmla="*/ 545284 w 686525"/>
                        <a:gd name="connsiteY23" fmla="*/ 378465 h 422857"/>
                        <a:gd name="connsiteX24" fmla="*/ 544157 w 686525"/>
                        <a:gd name="connsiteY24" fmla="*/ 422857 h 422857"/>
                        <a:gd name="connsiteX0" fmla="*/ 0 w 686525"/>
                        <a:gd name="connsiteY0" fmla="*/ 0 h 422857"/>
                        <a:gd name="connsiteX1" fmla="*/ 339794 w 686525"/>
                        <a:gd name="connsiteY1" fmla="*/ 0 h 422857"/>
                        <a:gd name="connsiteX2" fmla="*/ 358436 w 686525"/>
                        <a:gd name="connsiteY2" fmla="*/ 33295 h 422857"/>
                        <a:gd name="connsiteX3" fmla="*/ 399274 w 686525"/>
                        <a:gd name="connsiteY3" fmla="*/ 40925 h 422857"/>
                        <a:gd name="connsiteX4" fmla="*/ 399274 w 686525"/>
                        <a:gd name="connsiteY4" fmla="*/ 74826 h 422857"/>
                        <a:gd name="connsiteX5" fmla="*/ 424938 w 686525"/>
                        <a:gd name="connsiteY5" fmla="*/ 74826 h 422857"/>
                        <a:gd name="connsiteX6" fmla="*/ 424938 w 686525"/>
                        <a:gd name="connsiteY6" fmla="*/ 112196 h 422857"/>
                        <a:gd name="connsiteX7" fmla="*/ 519533 w 686525"/>
                        <a:gd name="connsiteY7" fmla="*/ 112196 h 422857"/>
                        <a:gd name="connsiteX8" fmla="*/ 519533 w 686525"/>
                        <a:gd name="connsiteY8" fmla="*/ 130837 h 422857"/>
                        <a:gd name="connsiteX9" fmla="*/ 554561 w 686525"/>
                        <a:gd name="connsiteY9" fmla="*/ 130837 h 422857"/>
                        <a:gd name="connsiteX10" fmla="*/ 554561 w 686525"/>
                        <a:gd name="connsiteY10" fmla="*/ 100491 h 422857"/>
                        <a:gd name="connsiteX11" fmla="*/ 572075 w 686525"/>
                        <a:gd name="connsiteY11" fmla="*/ 100491 h 422857"/>
                        <a:gd name="connsiteX12" fmla="*/ 603636 w 686525"/>
                        <a:gd name="connsiteY12" fmla="*/ 81849 h 422857"/>
                        <a:gd name="connsiteX13" fmla="*/ 603636 w 686525"/>
                        <a:gd name="connsiteY13" fmla="*/ 127369 h 422857"/>
                        <a:gd name="connsiteX14" fmla="*/ 639792 w 686525"/>
                        <a:gd name="connsiteY14" fmla="*/ 130837 h 422857"/>
                        <a:gd name="connsiteX15" fmla="*/ 646815 w 686525"/>
                        <a:gd name="connsiteY15" fmla="*/ 147224 h 422857"/>
                        <a:gd name="connsiteX16" fmla="*/ 674820 w 686525"/>
                        <a:gd name="connsiteY16" fmla="*/ 156588 h 422857"/>
                        <a:gd name="connsiteX17" fmla="*/ 686525 w 686525"/>
                        <a:gd name="connsiteY17" fmla="*/ 188149 h 422857"/>
                        <a:gd name="connsiteX18" fmla="*/ 653838 w 686525"/>
                        <a:gd name="connsiteY18" fmla="*/ 251183 h 422857"/>
                        <a:gd name="connsiteX19" fmla="*/ 638664 w 686525"/>
                        <a:gd name="connsiteY19" fmla="*/ 294362 h 422857"/>
                        <a:gd name="connsiteX20" fmla="*/ 637537 w 686525"/>
                        <a:gd name="connsiteY20" fmla="*/ 329390 h 422857"/>
                        <a:gd name="connsiteX21" fmla="*/ 605977 w 686525"/>
                        <a:gd name="connsiteY21" fmla="*/ 369101 h 422857"/>
                        <a:gd name="connsiteX22" fmla="*/ 545284 w 686525"/>
                        <a:gd name="connsiteY22" fmla="*/ 378465 h 422857"/>
                        <a:gd name="connsiteX23" fmla="*/ 544157 w 686525"/>
                        <a:gd name="connsiteY23" fmla="*/ 422857 h 422857"/>
                        <a:gd name="connsiteX0" fmla="*/ 0 w 346731"/>
                        <a:gd name="connsiteY0" fmla="*/ 0 h 422857"/>
                        <a:gd name="connsiteX1" fmla="*/ 18642 w 346731"/>
                        <a:gd name="connsiteY1" fmla="*/ 33295 h 422857"/>
                        <a:gd name="connsiteX2" fmla="*/ 59480 w 346731"/>
                        <a:gd name="connsiteY2" fmla="*/ 40925 h 422857"/>
                        <a:gd name="connsiteX3" fmla="*/ 59480 w 346731"/>
                        <a:gd name="connsiteY3" fmla="*/ 74826 h 422857"/>
                        <a:gd name="connsiteX4" fmla="*/ 85144 w 346731"/>
                        <a:gd name="connsiteY4" fmla="*/ 74826 h 422857"/>
                        <a:gd name="connsiteX5" fmla="*/ 85144 w 346731"/>
                        <a:gd name="connsiteY5" fmla="*/ 112196 h 422857"/>
                        <a:gd name="connsiteX6" fmla="*/ 179739 w 346731"/>
                        <a:gd name="connsiteY6" fmla="*/ 112196 h 422857"/>
                        <a:gd name="connsiteX7" fmla="*/ 179739 w 346731"/>
                        <a:gd name="connsiteY7" fmla="*/ 130837 h 422857"/>
                        <a:gd name="connsiteX8" fmla="*/ 214767 w 346731"/>
                        <a:gd name="connsiteY8" fmla="*/ 130837 h 422857"/>
                        <a:gd name="connsiteX9" fmla="*/ 214767 w 346731"/>
                        <a:gd name="connsiteY9" fmla="*/ 100491 h 422857"/>
                        <a:gd name="connsiteX10" fmla="*/ 232281 w 346731"/>
                        <a:gd name="connsiteY10" fmla="*/ 100491 h 422857"/>
                        <a:gd name="connsiteX11" fmla="*/ 263842 w 346731"/>
                        <a:gd name="connsiteY11" fmla="*/ 81849 h 422857"/>
                        <a:gd name="connsiteX12" fmla="*/ 263842 w 346731"/>
                        <a:gd name="connsiteY12" fmla="*/ 127369 h 422857"/>
                        <a:gd name="connsiteX13" fmla="*/ 299998 w 346731"/>
                        <a:gd name="connsiteY13" fmla="*/ 130837 h 422857"/>
                        <a:gd name="connsiteX14" fmla="*/ 307021 w 346731"/>
                        <a:gd name="connsiteY14" fmla="*/ 147224 h 422857"/>
                        <a:gd name="connsiteX15" fmla="*/ 335026 w 346731"/>
                        <a:gd name="connsiteY15" fmla="*/ 156588 h 422857"/>
                        <a:gd name="connsiteX16" fmla="*/ 346731 w 346731"/>
                        <a:gd name="connsiteY16" fmla="*/ 188149 h 422857"/>
                        <a:gd name="connsiteX17" fmla="*/ 314044 w 346731"/>
                        <a:gd name="connsiteY17" fmla="*/ 251183 h 422857"/>
                        <a:gd name="connsiteX18" fmla="*/ 298870 w 346731"/>
                        <a:gd name="connsiteY18" fmla="*/ 294362 h 422857"/>
                        <a:gd name="connsiteX19" fmla="*/ 297743 w 346731"/>
                        <a:gd name="connsiteY19" fmla="*/ 329390 h 422857"/>
                        <a:gd name="connsiteX20" fmla="*/ 266183 w 346731"/>
                        <a:gd name="connsiteY20" fmla="*/ 369101 h 422857"/>
                        <a:gd name="connsiteX21" fmla="*/ 205490 w 346731"/>
                        <a:gd name="connsiteY21" fmla="*/ 378465 h 422857"/>
                        <a:gd name="connsiteX22" fmla="*/ 204363 w 346731"/>
                        <a:gd name="connsiteY22" fmla="*/ 422857 h 422857"/>
                        <a:gd name="connsiteX0" fmla="*/ 0 w 346731"/>
                        <a:gd name="connsiteY0" fmla="*/ 0 h 422857"/>
                        <a:gd name="connsiteX1" fmla="*/ 18642 w 346731"/>
                        <a:gd name="connsiteY1" fmla="*/ 33295 h 422857"/>
                        <a:gd name="connsiteX2" fmla="*/ 59480 w 346731"/>
                        <a:gd name="connsiteY2" fmla="*/ 40925 h 422857"/>
                        <a:gd name="connsiteX3" fmla="*/ 59480 w 346731"/>
                        <a:gd name="connsiteY3" fmla="*/ 74826 h 422857"/>
                        <a:gd name="connsiteX4" fmla="*/ 85144 w 346731"/>
                        <a:gd name="connsiteY4" fmla="*/ 74826 h 422857"/>
                        <a:gd name="connsiteX5" fmla="*/ 103766 w 346731"/>
                        <a:gd name="connsiteY5" fmla="*/ 96107 h 422857"/>
                        <a:gd name="connsiteX6" fmla="*/ 179739 w 346731"/>
                        <a:gd name="connsiteY6" fmla="*/ 112196 h 422857"/>
                        <a:gd name="connsiteX7" fmla="*/ 179739 w 346731"/>
                        <a:gd name="connsiteY7" fmla="*/ 130837 h 422857"/>
                        <a:gd name="connsiteX8" fmla="*/ 214767 w 346731"/>
                        <a:gd name="connsiteY8" fmla="*/ 130837 h 422857"/>
                        <a:gd name="connsiteX9" fmla="*/ 214767 w 346731"/>
                        <a:gd name="connsiteY9" fmla="*/ 100491 h 422857"/>
                        <a:gd name="connsiteX10" fmla="*/ 232281 w 346731"/>
                        <a:gd name="connsiteY10" fmla="*/ 100491 h 422857"/>
                        <a:gd name="connsiteX11" fmla="*/ 263842 w 346731"/>
                        <a:gd name="connsiteY11" fmla="*/ 81849 h 422857"/>
                        <a:gd name="connsiteX12" fmla="*/ 263842 w 346731"/>
                        <a:gd name="connsiteY12" fmla="*/ 127369 h 422857"/>
                        <a:gd name="connsiteX13" fmla="*/ 299998 w 346731"/>
                        <a:gd name="connsiteY13" fmla="*/ 130837 h 422857"/>
                        <a:gd name="connsiteX14" fmla="*/ 307021 w 346731"/>
                        <a:gd name="connsiteY14" fmla="*/ 147224 h 422857"/>
                        <a:gd name="connsiteX15" fmla="*/ 335026 w 346731"/>
                        <a:gd name="connsiteY15" fmla="*/ 156588 h 422857"/>
                        <a:gd name="connsiteX16" fmla="*/ 346731 w 346731"/>
                        <a:gd name="connsiteY16" fmla="*/ 188149 h 422857"/>
                        <a:gd name="connsiteX17" fmla="*/ 314044 w 346731"/>
                        <a:gd name="connsiteY17" fmla="*/ 251183 h 422857"/>
                        <a:gd name="connsiteX18" fmla="*/ 298870 w 346731"/>
                        <a:gd name="connsiteY18" fmla="*/ 294362 h 422857"/>
                        <a:gd name="connsiteX19" fmla="*/ 297743 w 346731"/>
                        <a:gd name="connsiteY19" fmla="*/ 329390 h 422857"/>
                        <a:gd name="connsiteX20" fmla="*/ 266183 w 346731"/>
                        <a:gd name="connsiteY20" fmla="*/ 369101 h 422857"/>
                        <a:gd name="connsiteX21" fmla="*/ 205490 w 346731"/>
                        <a:gd name="connsiteY21" fmla="*/ 378465 h 422857"/>
                        <a:gd name="connsiteX22" fmla="*/ 204363 w 346731"/>
                        <a:gd name="connsiteY22" fmla="*/ 422857 h 422857"/>
                        <a:gd name="connsiteX0" fmla="*/ 0 w 346731"/>
                        <a:gd name="connsiteY0" fmla="*/ 0 h 422857"/>
                        <a:gd name="connsiteX1" fmla="*/ 18642 w 346731"/>
                        <a:gd name="connsiteY1" fmla="*/ 33295 h 422857"/>
                        <a:gd name="connsiteX2" fmla="*/ 59480 w 346731"/>
                        <a:gd name="connsiteY2" fmla="*/ 40925 h 422857"/>
                        <a:gd name="connsiteX3" fmla="*/ 59480 w 346731"/>
                        <a:gd name="connsiteY3" fmla="*/ 74826 h 422857"/>
                        <a:gd name="connsiteX4" fmla="*/ 85144 w 346731"/>
                        <a:gd name="connsiteY4" fmla="*/ 74826 h 422857"/>
                        <a:gd name="connsiteX5" fmla="*/ 115404 w 346731"/>
                        <a:gd name="connsiteY5" fmla="*/ 96107 h 422857"/>
                        <a:gd name="connsiteX6" fmla="*/ 179739 w 346731"/>
                        <a:gd name="connsiteY6" fmla="*/ 112196 h 422857"/>
                        <a:gd name="connsiteX7" fmla="*/ 179739 w 346731"/>
                        <a:gd name="connsiteY7" fmla="*/ 130837 h 422857"/>
                        <a:gd name="connsiteX8" fmla="*/ 214767 w 346731"/>
                        <a:gd name="connsiteY8" fmla="*/ 130837 h 422857"/>
                        <a:gd name="connsiteX9" fmla="*/ 214767 w 346731"/>
                        <a:gd name="connsiteY9" fmla="*/ 100491 h 422857"/>
                        <a:gd name="connsiteX10" fmla="*/ 232281 w 346731"/>
                        <a:gd name="connsiteY10" fmla="*/ 100491 h 422857"/>
                        <a:gd name="connsiteX11" fmla="*/ 263842 w 346731"/>
                        <a:gd name="connsiteY11" fmla="*/ 81849 h 422857"/>
                        <a:gd name="connsiteX12" fmla="*/ 263842 w 346731"/>
                        <a:gd name="connsiteY12" fmla="*/ 127369 h 422857"/>
                        <a:gd name="connsiteX13" fmla="*/ 299998 w 346731"/>
                        <a:gd name="connsiteY13" fmla="*/ 130837 h 422857"/>
                        <a:gd name="connsiteX14" fmla="*/ 307021 w 346731"/>
                        <a:gd name="connsiteY14" fmla="*/ 147224 h 422857"/>
                        <a:gd name="connsiteX15" fmla="*/ 335026 w 346731"/>
                        <a:gd name="connsiteY15" fmla="*/ 156588 h 422857"/>
                        <a:gd name="connsiteX16" fmla="*/ 346731 w 346731"/>
                        <a:gd name="connsiteY16" fmla="*/ 188149 h 422857"/>
                        <a:gd name="connsiteX17" fmla="*/ 314044 w 346731"/>
                        <a:gd name="connsiteY17" fmla="*/ 251183 h 422857"/>
                        <a:gd name="connsiteX18" fmla="*/ 298870 w 346731"/>
                        <a:gd name="connsiteY18" fmla="*/ 294362 h 422857"/>
                        <a:gd name="connsiteX19" fmla="*/ 297743 w 346731"/>
                        <a:gd name="connsiteY19" fmla="*/ 329390 h 422857"/>
                        <a:gd name="connsiteX20" fmla="*/ 266183 w 346731"/>
                        <a:gd name="connsiteY20" fmla="*/ 369101 h 422857"/>
                        <a:gd name="connsiteX21" fmla="*/ 205490 w 346731"/>
                        <a:gd name="connsiteY21" fmla="*/ 378465 h 422857"/>
                        <a:gd name="connsiteX22" fmla="*/ 204363 w 346731"/>
                        <a:gd name="connsiteY22" fmla="*/ 422857 h 422857"/>
                        <a:gd name="connsiteX0" fmla="*/ 0 w 346731"/>
                        <a:gd name="connsiteY0" fmla="*/ 0 h 422857"/>
                        <a:gd name="connsiteX1" fmla="*/ 18642 w 346731"/>
                        <a:gd name="connsiteY1" fmla="*/ 33295 h 422857"/>
                        <a:gd name="connsiteX2" fmla="*/ 59480 w 346731"/>
                        <a:gd name="connsiteY2" fmla="*/ 40925 h 422857"/>
                        <a:gd name="connsiteX3" fmla="*/ 59480 w 346731"/>
                        <a:gd name="connsiteY3" fmla="*/ 74826 h 422857"/>
                        <a:gd name="connsiteX4" fmla="*/ 85144 w 346731"/>
                        <a:gd name="connsiteY4" fmla="*/ 74826 h 422857"/>
                        <a:gd name="connsiteX5" fmla="*/ 115404 w 346731"/>
                        <a:gd name="connsiteY5" fmla="*/ 96107 h 422857"/>
                        <a:gd name="connsiteX6" fmla="*/ 179739 w 346731"/>
                        <a:gd name="connsiteY6" fmla="*/ 112196 h 422857"/>
                        <a:gd name="connsiteX7" fmla="*/ 179739 w 346731"/>
                        <a:gd name="connsiteY7" fmla="*/ 130837 h 422857"/>
                        <a:gd name="connsiteX8" fmla="*/ 214767 w 346731"/>
                        <a:gd name="connsiteY8" fmla="*/ 130837 h 422857"/>
                        <a:gd name="connsiteX9" fmla="*/ 214767 w 346731"/>
                        <a:gd name="connsiteY9" fmla="*/ 100491 h 422857"/>
                        <a:gd name="connsiteX10" fmla="*/ 232281 w 346731"/>
                        <a:gd name="connsiteY10" fmla="*/ 100491 h 422857"/>
                        <a:gd name="connsiteX11" fmla="*/ 263842 w 346731"/>
                        <a:gd name="connsiteY11" fmla="*/ 81849 h 422857"/>
                        <a:gd name="connsiteX12" fmla="*/ 263842 w 346731"/>
                        <a:gd name="connsiteY12" fmla="*/ 127369 h 422857"/>
                        <a:gd name="connsiteX13" fmla="*/ 299998 w 346731"/>
                        <a:gd name="connsiteY13" fmla="*/ 130837 h 422857"/>
                        <a:gd name="connsiteX14" fmla="*/ 307021 w 346731"/>
                        <a:gd name="connsiteY14" fmla="*/ 147224 h 422857"/>
                        <a:gd name="connsiteX15" fmla="*/ 335026 w 346731"/>
                        <a:gd name="connsiteY15" fmla="*/ 156588 h 422857"/>
                        <a:gd name="connsiteX16" fmla="*/ 346731 w 346731"/>
                        <a:gd name="connsiteY16" fmla="*/ 188149 h 422857"/>
                        <a:gd name="connsiteX17" fmla="*/ 314044 w 346731"/>
                        <a:gd name="connsiteY17" fmla="*/ 251183 h 422857"/>
                        <a:gd name="connsiteX18" fmla="*/ 298870 w 346731"/>
                        <a:gd name="connsiteY18" fmla="*/ 294362 h 422857"/>
                        <a:gd name="connsiteX19" fmla="*/ 297743 w 346731"/>
                        <a:gd name="connsiteY19" fmla="*/ 329390 h 422857"/>
                        <a:gd name="connsiteX20" fmla="*/ 266183 w 346731"/>
                        <a:gd name="connsiteY20" fmla="*/ 369101 h 422857"/>
                        <a:gd name="connsiteX21" fmla="*/ 205490 w 346731"/>
                        <a:gd name="connsiteY21" fmla="*/ 378465 h 422857"/>
                        <a:gd name="connsiteX22" fmla="*/ 204363 w 346731"/>
                        <a:gd name="connsiteY22" fmla="*/ 422857 h 42285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346731" h="422857">
                          <a:moveTo>
                            <a:pt x="0" y="0"/>
                          </a:moveTo>
                          <a:lnTo>
                            <a:pt x="18642" y="33295"/>
                          </a:lnTo>
                          <a:lnTo>
                            <a:pt x="59480" y="40925"/>
                          </a:lnTo>
                          <a:lnTo>
                            <a:pt x="59480" y="74826"/>
                          </a:lnTo>
                          <a:lnTo>
                            <a:pt x="85144" y="74826"/>
                          </a:lnTo>
                          <a:lnTo>
                            <a:pt x="115404" y="96107"/>
                          </a:lnTo>
                          <a:cubicBezTo>
                            <a:pt x="127538" y="117557"/>
                            <a:pt x="158294" y="106833"/>
                            <a:pt x="179739" y="112196"/>
                          </a:cubicBezTo>
                          <a:lnTo>
                            <a:pt x="179739" y="130837"/>
                          </a:lnTo>
                          <a:lnTo>
                            <a:pt x="214767" y="130837"/>
                          </a:lnTo>
                          <a:lnTo>
                            <a:pt x="214767" y="100491"/>
                          </a:lnTo>
                          <a:lnTo>
                            <a:pt x="232281" y="100491"/>
                          </a:lnTo>
                          <a:lnTo>
                            <a:pt x="263842" y="81849"/>
                          </a:lnTo>
                          <a:lnTo>
                            <a:pt x="263842" y="127369"/>
                          </a:lnTo>
                          <a:lnTo>
                            <a:pt x="299998" y="130837"/>
                          </a:lnTo>
                          <a:lnTo>
                            <a:pt x="307021" y="147224"/>
                          </a:lnTo>
                          <a:lnTo>
                            <a:pt x="335026" y="156588"/>
                          </a:lnTo>
                          <a:lnTo>
                            <a:pt x="346731" y="188149"/>
                          </a:lnTo>
                          <a:lnTo>
                            <a:pt x="314044" y="251183"/>
                          </a:lnTo>
                          <a:cubicBezTo>
                            <a:pt x="314044" y="251183"/>
                            <a:pt x="301211" y="281529"/>
                            <a:pt x="298870" y="294362"/>
                          </a:cubicBezTo>
                          <a:cubicBezTo>
                            <a:pt x="291847" y="307194"/>
                            <a:pt x="297743" y="329390"/>
                            <a:pt x="297743" y="329390"/>
                          </a:cubicBezTo>
                          <a:cubicBezTo>
                            <a:pt x="297743" y="329390"/>
                            <a:pt x="248669" y="332858"/>
                            <a:pt x="266183" y="369101"/>
                          </a:cubicBezTo>
                          <a:cubicBezTo>
                            <a:pt x="253351" y="371442"/>
                            <a:pt x="210172" y="343436"/>
                            <a:pt x="205490" y="378465"/>
                          </a:cubicBezTo>
                          <a:cubicBezTo>
                            <a:pt x="208958" y="408811"/>
                            <a:pt x="204363" y="422857"/>
                            <a:pt x="204363" y="422857"/>
                          </a:cubicBezTo>
                        </a:path>
                      </a:pathLst>
                    </a:custGeom>
                    <a:noFill/>
                    <a:ln w="19050" cap="rnd">
                      <a:solidFill>
                        <a:srgbClr val="63676B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en-US" sz="1000" dirty="0"/>
                    </a:p>
                  </p:txBody>
                </p:sp>
                <p:sp>
                  <p:nvSpPr>
                    <p:cNvPr id="47" name="Freeform: Shape 46">
                      <a:extLst>
                        <a:ext uri="{FF2B5EF4-FFF2-40B4-BE49-F238E27FC236}">
                          <a16:creationId xmlns:a16="http://schemas.microsoft.com/office/drawing/2014/main" id="{65612480-ED8D-F688-BF5F-B097E1EC70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8794" y="3556908"/>
                      <a:ext cx="68035" cy="263978"/>
                    </a:xfrm>
                    <a:custGeom>
                      <a:avLst/>
                      <a:gdLst>
                        <a:gd name="connsiteX0" fmla="*/ 0 w 68035"/>
                        <a:gd name="connsiteY0" fmla="*/ 263978 h 263978"/>
                        <a:gd name="connsiteX1" fmla="*/ 2721 w 68035"/>
                        <a:gd name="connsiteY1" fmla="*/ 250371 h 263978"/>
                        <a:gd name="connsiteX2" fmla="*/ 8164 w 68035"/>
                        <a:gd name="connsiteY2" fmla="*/ 239485 h 263978"/>
                        <a:gd name="connsiteX3" fmla="*/ 10885 w 68035"/>
                        <a:gd name="connsiteY3" fmla="*/ 223157 h 263978"/>
                        <a:gd name="connsiteX4" fmla="*/ 13607 w 68035"/>
                        <a:gd name="connsiteY4" fmla="*/ 65314 h 263978"/>
                        <a:gd name="connsiteX5" fmla="*/ 29935 w 68035"/>
                        <a:gd name="connsiteY5" fmla="*/ 59871 h 263978"/>
                        <a:gd name="connsiteX6" fmla="*/ 68035 w 68035"/>
                        <a:gd name="connsiteY6" fmla="*/ 54428 h 263978"/>
                        <a:gd name="connsiteX7" fmla="*/ 65314 w 68035"/>
                        <a:gd name="connsiteY7" fmla="*/ 21771 h 263978"/>
                        <a:gd name="connsiteX8" fmla="*/ 62593 w 68035"/>
                        <a:gd name="connsiteY8" fmla="*/ 0 h 2639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8035" h="263978">
                          <a:moveTo>
                            <a:pt x="0" y="263978"/>
                          </a:moveTo>
                          <a:cubicBezTo>
                            <a:pt x="907" y="259442"/>
                            <a:pt x="1258" y="254759"/>
                            <a:pt x="2721" y="250371"/>
                          </a:cubicBezTo>
                          <a:cubicBezTo>
                            <a:pt x="4004" y="246522"/>
                            <a:pt x="6998" y="243371"/>
                            <a:pt x="8164" y="239485"/>
                          </a:cubicBezTo>
                          <a:cubicBezTo>
                            <a:pt x="9749" y="234200"/>
                            <a:pt x="9978" y="228600"/>
                            <a:pt x="10885" y="223157"/>
                          </a:cubicBezTo>
                          <a:cubicBezTo>
                            <a:pt x="11792" y="170543"/>
                            <a:pt x="7509" y="117582"/>
                            <a:pt x="13607" y="65314"/>
                          </a:cubicBezTo>
                          <a:cubicBezTo>
                            <a:pt x="14272" y="59616"/>
                            <a:pt x="24492" y="61685"/>
                            <a:pt x="29935" y="59871"/>
                          </a:cubicBezTo>
                          <a:cubicBezTo>
                            <a:pt x="47601" y="53983"/>
                            <a:pt x="35260" y="57408"/>
                            <a:pt x="68035" y="54428"/>
                          </a:cubicBezTo>
                          <a:cubicBezTo>
                            <a:pt x="67128" y="43542"/>
                            <a:pt x="66669" y="32610"/>
                            <a:pt x="65314" y="21771"/>
                          </a:cubicBezTo>
                          <a:cubicBezTo>
                            <a:pt x="61713" y="-7040"/>
                            <a:pt x="62593" y="28599"/>
                            <a:pt x="62593" y="0"/>
                          </a:cubicBezTo>
                        </a:path>
                      </a:pathLst>
                    </a:custGeom>
                    <a:noFill/>
                    <a:ln w="19050" cap="rnd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/>
                    </a:p>
                  </p:txBody>
                </p:sp>
              </p:grp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F0A92CCE-8C06-580C-B02B-29C46028C50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849902" y="2860354"/>
                    <a:ext cx="2038823" cy="448041"/>
                  </a:xfrm>
                  <a:prstGeom prst="rect">
                    <a:avLst/>
                  </a:prstGeom>
                  <a:noFill/>
                  <a:ln w="9525" cap="rnd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Ohio</a:t>
                    </a:r>
                  </a:p>
                  <a:p>
                    <a:pPr algn="ctr"/>
                    <a:r>
                      <a:rPr lang="en-US" sz="1000" b="1" dirty="0">
                        <a:solidFill>
                          <a:schemeClr val="bg2">
                            <a:lumMod val="10000"/>
                          </a:schemeClr>
                        </a:solidFill>
                        <a:cs typeface="Arial" panose="020B0604020202020204" pitchFamily="34" charset="0"/>
                      </a:rPr>
                      <a:t>Valley</a:t>
                    </a:r>
                  </a:p>
                </p:txBody>
              </p:sp>
            </p:grpSp>
            <p:sp>
              <p:nvSpPr>
                <p:cNvPr id="16" name="Freeform 60">
                  <a:extLst>
                    <a:ext uri="{FF2B5EF4-FFF2-40B4-BE49-F238E27FC236}">
                      <a16:creationId xmlns:a16="http://schemas.microsoft.com/office/drawing/2014/main" id="{CFFDAB80-8FB6-6751-5B5A-ED9B1FF232F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19360596">
                  <a:off x="468569" y="334962"/>
                  <a:ext cx="822960" cy="991583"/>
                </a:xfrm>
                <a:custGeom>
                  <a:avLst/>
                  <a:gdLst>
                    <a:gd name="T0" fmla="*/ 2656 w 3826"/>
                    <a:gd name="T1" fmla="*/ 2761 h 4380"/>
                    <a:gd name="T2" fmla="*/ 2806 w 3826"/>
                    <a:gd name="T3" fmla="*/ 2911 h 4380"/>
                    <a:gd name="T4" fmla="*/ 2866 w 3826"/>
                    <a:gd name="T5" fmla="*/ 3241 h 4380"/>
                    <a:gd name="T6" fmla="*/ 3166 w 3826"/>
                    <a:gd name="T7" fmla="*/ 3991 h 4380"/>
                    <a:gd name="T8" fmla="*/ 3264 w 3826"/>
                    <a:gd name="T9" fmla="*/ 4315 h 4380"/>
                    <a:gd name="T10" fmla="*/ 3118 w 3826"/>
                    <a:gd name="T11" fmla="*/ 4315 h 4380"/>
                    <a:gd name="T12" fmla="*/ 3099 w 3826"/>
                    <a:gd name="T13" fmla="*/ 4069 h 4380"/>
                    <a:gd name="T14" fmla="*/ 2898 w 3826"/>
                    <a:gd name="T15" fmla="*/ 3931 h 4380"/>
                    <a:gd name="T16" fmla="*/ 2990 w 3826"/>
                    <a:gd name="T17" fmla="*/ 4169 h 4380"/>
                    <a:gd name="T18" fmla="*/ 2862 w 3826"/>
                    <a:gd name="T19" fmla="*/ 4361 h 4380"/>
                    <a:gd name="T20" fmla="*/ 2807 w 3826"/>
                    <a:gd name="T21" fmla="*/ 3950 h 4380"/>
                    <a:gd name="T22" fmla="*/ 2807 w 3826"/>
                    <a:gd name="T23" fmla="*/ 3602 h 4380"/>
                    <a:gd name="T24" fmla="*/ 2746 w 3826"/>
                    <a:gd name="T25" fmla="*/ 3361 h 4380"/>
                    <a:gd name="T26" fmla="*/ 2688 w 3826"/>
                    <a:gd name="T27" fmla="*/ 3090 h 4380"/>
                    <a:gd name="T28" fmla="*/ 2416 w 3826"/>
                    <a:gd name="T29" fmla="*/ 2731 h 4380"/>
                    <a:gd name="T30" fmla="*/ 2286 w 3826"/>
                    <a:gd name="T31" fmla="*/ 2533 h 4380"/>
                    <a:gd name="T32" fmla="*/ 2094 w 3826"/>
                    <a:gd name="T33" fmla="*/ 2286 h 4380"/>
                    <a:gd name="T34" fmla="*/ 1847 w 3826"/>
                    <a:gd name="T35" fmla="*/ 2331 h 4380"/>
                    <a:gd name="T36" fmla="*/ 1545 w 3826"/>
                    <a:gd name="T37" fmla="*/ 2322 h 4380"/>
                    <a:gd name="T38" fmla="*/ 1664 w 3826"/>
                    <a:gd name="T39" fmla="*/ 2157 h 4380"/>
                    <a:gd name="T40" fmla="*/ 1929 w 3826"/>
                    <a:gd name="T41" fmla="*/ 2148 h 4380"/>
                    <a:gd name="T42" fmla="*/ 1947 w 3826"/>
                    <a:gd name="T43" fmla="*/ 2010 h 4380"/>
                    <a:gd name="T44" fmla="*/ 1655 w 3826"/>
                    <a:gd name="T45" fmla="*/ 2029 h 4380"/>
                    <a:gd name="T46" fmla="*/ 1362 w 3826"/>
                    <a:gd name="T47" fmla="*/ 2065 h 4380"/>
                    <a:gd name="T48" fmla="*/ 1234 w 3826"/>
                    <a:gd name="T49" fmla="*/ 2249 h 4380"/>
                    <a:gd name="T50" fmla="*/ 946 w 3826"/>
                    <a:gd name="T51" fmla="*/ 2221 h 4380"/>
                    <a:gd name="T52" fmla="*/ 128 w 3826"/>
                    <a:gd name="T53" fmla="*/ 1965 h 4380"/>
                    <a:gd name="T54" fmla="*/ 9 w 3826"/>
                    <a:gd name="T55" fmla="*/ 1764 h 4380"/>
                    <a:gd name="T56" fmla="*/ 357 w 3826"/>
                    <a:gd name="T57" fmla="*/ 1956 h 4380"/>
                    <a:gd name="T58" fmla="*/ 649 w 3826"/>
                    <a:gd name="T59" fmla="*/ 2047 h 4380"/>
                    <a:gd name="T60" fmla="*/ 933 w 3826"/>
                    <a:gd name="T61" fmla="*/ 2001 h 4380"/>
                    <a:gd name="T62" fmla="*/ 987 w 3826"/>
                    <a:gd name="T63" fmla="*/ 1846 h 4380"/>
                    <a:gd name="T64" fmla="*/ 905 w 3826"/>
                    <a:gd name="T65" fmla="*/ 1709 h 4380"/>
                    <a:gd name="T66" fmla="*/ 750 w 3826"/>
                    <a:gd name="T67" fmla="*/ 1608 h 4380"/>
                    <a:gd name="T68" fmla="*/ 826 w 3826"/>
                    <a:gd name="T69" fmla="*/ 1410 h 4380"/>
                    <a:gd name="T70" fmla="*/ 759 w 3826"/>
                    <a:gd name="T71" fmla="*/ 1233 h 4380"/>
                    <a:gd name="T72" fmla="*/ 796 w 3826"/>
                    <a:gd name="T73" fmla="*/ 1020 h 4380"/>
                    <a:gd name="T74" fmla="*/ 1006 w 3826"/>
                    <a:gd name="T75" fmla="*/ 776 h 4380"/>
                    <a:gd name="T76" fmla="*/ 1306 w 3826"/>
                    <a:gd name="T77" fmla="*/ 720 h 4380"/>
                    <a:gd name="T78" fmla="*/ 1472 w 3826"/>
                    <a:gd name="T79" fmla="*/ 895 h 4380"/>
                    <a:gd name="T80" fmla="*/ 1673 w 3826"/>
                    <a:gd name="T81" fmla="*/ 913 h 4380"/>
                    <a:gd name="T82" fmla="*/ 1710 w 3826"/>
                    <a:gd name="T83" fmla="*/ 758 h 4380"/>
                    <a:gd name="T84" fmla="*/ 1518 w 3826"/>
                    <a:gd name="T85" fmla="*/ 602 h 4380"/>
                    <a:gd name="T86" fmla="*/ 1546 w 3826"/>
                    <a:gd name="T87" fmla="*/ 270 h 4380"/>
                    <a:gd name="T88" fmla="*/ 1755 w 3826"/>
                    <a:gd name="T89" fmla="*/ 273 h 4380"/>
                    <a:gd name="T90" fmla="*/ 1846 w 3826"/>
                    <a:gd name="T91" fmla="*/ 480 h 4380"/>
                    <a:gd name="T92" fmla="*/ 2130 w 3826"/>
                    <a:gd name="T93" fmla="*/ 657 h 4380"/>
                    <a:gd name="T94" fmla="*/ 2139 w 3826"/>
                    <a:gd name="T95" fmla="*/ 511 h 4380"/>
                    <a:gd name="T96" fmla="*/ 2116 w 3826"/>
                    <a:gd name="T97" fmla="*/ 270 h 4380"/>
                    <a:gd name="T98" fmla="*/ 2139 w 3826"/>
                    <a:gd name="T99" fmla="*/ 81 h 4380"/>
                    <a:gd name="T100" fmla="*/ 2386 w 3826"/>
                    <a:gd name="T101" fmla="*/ 120 h 4380"/>
                    <a:gd name="T102" fmla="*/ 2679 w 3826"/>
                    <a:gd name="T103" fmla="*/ 63 h 4380"/>
                    <a:gd name="T104" fmla="*/ 2872 w 3826"/>
                    <a:gd name="T105" fmla="*/ 207 h 4380"/>
                    <a:gd name="T106" fmla="*/ 3032 w 3826"/>
                    <a:gd name="T107" fmla="*/ 231 h 4380"/>
                    <a:gd name="T108" fmla="*/ 3184 w 3826"/>
                    <a:gd name="T109" fmla="*/ 399 h 4380"/>
                    <a:gd name="T110" fmla="*/ 3368 w 3826"/>
                    <a:gd name="T111" fmla="*/ 551 h 4380"/>
                    <a:gd name="T112" fmla="*/ 3474 w 3826"/>
                    <a:gd name="T113" fmla="*/ 666 h 4380"/>
                    <a:gd name="T114" fmla="*/ 3685 w 3826"/>
                    <a:gd name="T115" fmla="*/ 950 h 4380"/>
                    <a:gd name="T116" fmla="*/ 3826 w 3826"/>
                    <a:gd name="T117" fmla="*/ 1170 h 4380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</a:gdLst>
                  <a:ahLst/>
                  <a:cxnLst>
                    <a:cxn ang="T118">
                      <a:pos x="T0" y="T1"/>
                    </a:cxn>
                    <a:cxn ang="T119">
                      <a:pos x="T2" y="T3"/>
                    </a:cxn>
                    <a:cxn ang="T120">
                      <a:pos x="T4" y="T5"/>
                    </a:cxn>
                    <a:cxn ang="T121">
                      <a:pos x="T6" y="T7"/>
                    </a:cxn>
                    <a:cxn ang="T122">
                      <a:pos x="T8" y="T9"/>
                    </a:cxn>
                    <a:cxn ang="T123">
                      <a:pos x="T10" y="T11"/>
                    </a:cxn>
                    <a:cxn ang="T124">
                      <a:pos x="T12" y="T13"/>
                    </a:cxn>
                    <a:cxn ang="T125">
                      <a:pos x="T14" y="T15"/>
                    </a:cxn>
                    <a:cxn ang="T126">
                      <a:pos x="T16" y="T17"/>
                    </a:cxn>
                    <a:cxn ang="T127">
                      <a:pos x="T18" y="T19"/>
                    </a:cxn>
                    <a:cxn ang="T128">
                      <a:pos x="T20" y="T21"/>
                    </a:cxn>
                    <a:cxn ang="T129">
                      <a:pos x="T22" y="T23"/>
                    </a:cxn>
                    <a:cxn ang="T130">
                      <a:pos x="T24" y="T25"/>
                    </a:cxn>
                    <a:cxn ang="T131">
                      <a:pos x="T26" y="T27"/>
                    </a:cxn>
                    <a:cxn ang="T132">
                      <a:pos x="T28" y="T29"/>
                    </a:cxn>
                    <a:cxn ang="T133">
                      <a:pos x="T30" y="T31"/>
                    </a:cxn>
                    <a:cxn ang="T134">
                      <a:pos x="T32" y="T33"/>
                    </a:cxn>
                    <a:cxn ang="T135">
                      <a:pos x="T34" y="T35"/>
                    </a:cxn>
                    <a:cxn ang="T136">
                      <a:pos x="T36" y="T37"/>
                    </a:cxn>
                    <a:cxn ang="T137">
                      <a:pos x="T38" y="T39"/>
                    </a:cxn>
                    <a:cxn ang="T138">
                      <a:pos x="T40" y="T41"/>
                    </a:cxn>
                    <a:cxn ang="T139">
                      <a:pos x="T42" y="T43"/>
                    </a:cxn>
                    <a:cxn ang="T140">
                      <a:pos x="T44" y="T45"/>
                    </a:cxn>
                    <a:cxn ang="T141">
                      <a:pos x="T46" y="T47"/>
                    </a:cxn>
                    <a:cxn ang="T142">
                      <a:pos x="T48" y="T49"/>
                    </a:cxn>
                    <a:cxn ang="T143">
                      <a:pos x="T50" y="T51"/>
                    </a:cxn>
                    <a:cxn ang="T144">
                      <a:pos x="T52" y="T53"/>
                    </a:cxn>
                    <a:cxn ang="T145">
                      <a:pos x="T54" y="T55"/>
                    </a:cxn>
                    <a:cxn ang="T146">
                      <a:pos x="T56" y="T57"/>
                    </a:cxn>
                    <a:cxn ang="T147">
                      <a:pos x="T58" y="T59"/>
                    </a:cxn>
                    <a:cxn ang="T148">
                      <a:pos x="T60" y="T61"/>
                    </a:cxn>
                    <a:cxn ang="T149">
                      <a:pos x="T62" y="T63"/>
                    </a:cxn>
                    <a:cxn ang="T150">
                      <a:pos x="T64" y="T65"/>
                    </a:cxn>
                    <a:cxn ang="T151">
                      <a:pos x="T66" y="T67"/>
                    </a:cxn>
                    <a:cxn ang="T152">
                      <a:pos x="T68" y="T69"/>
                    </a:cxn>
                    <a:cxn ang="T153">
                      <a:pos x="T70" y="T71"/>
                    </a:cxn>
                    <a:cxn ang="T154">
                      <a:pos x="T72" y="T73"/>
                    </a:cxn>
                    <a:cxn ang="T155">
                      <a:pos x="T74" y="T75"/>
                    </a:cxn>
                    <a:cxn ang="T156">
                      <a:pos x="T76" y="T77"/>
                    </a:cxn>
                    <a:cxn ang="T157">
                      <a:pos x="T78" y="T79"/>
                    </a:cxn>
                    <a:cxn ang="T158">
                      <a:pos x="T80" y="T81"/>
                    </a:cxn>
                    <a:cxn ang="T159">
                      <a:pos x="T82" y="T83"/>
                    </a:cxn>
                    <a:cxn ang="T160">
                      <a:pos x="T84" y="T85"/>
                    </a:cxn>
                    <a:cxn ang="T161">
                      <a:pos x="T86" y="T87"/>
                    </a:cxn>
                    <a:cxn ang="T162">
                      <a:pos x="T88" y="T89"/>
                    </a:cxn>
                    <a:cxn ang="T163">
                      <a:pos x="T90" y="T91"/>
                    </a:cxn>
                    <a:cxn ang="T164">
                      <a:pos x="T92" y="T93"/>
                    </a:cxn>
                    <a:cxn ang="T165">
                      <a:pos x="T94" y="T95"/>
                    </a:cxn>
                    <a:cxn ang="T166">
                      <a:pos x="T96" y="T97"/>
                    </a:cxn>
                    <a:cxn ang="T167">
                      <a:pos x="T98" y="T99"/>
                    </a:cxn>
                    <a:cxn ang="T168">
                      <a:pos x="T100" y="T101"/>
                    </a:cxn>
                    <a:cxn ang="T169">
                      <a:pos x="T102" y="T103"/>
                    </a:cxn>
                    <a:cxn ang="T170">
                      <a:pos x="T104" y="T105"/>
                    </a:cxn>
                    <a:cxn ang="T171">
                      <a:pos x="T106" y="T107"/>
                    </a:cxn>
                    <a:cxn ang="T172">
                      <a:pos x="T108" y="T109"/>
                    </a:cxn>
                    <a:cxn ang="T173">
                      <a:pos x="T110" y="T111"/>
                    </a:cxn>
                    <a:cxn ang="T174">
                      <a:pos x="T112" y="T113"/>
                    </a:cxn>
                    <a:cxn ang="T175">
                      <a:pos x="T114" y="T115"/>
                    </a:cxn>
                    <a:cxn ang="T176">
                      <a:pos x="T116" y="T117"/>
                    </a:cxn>
                  </a:cxnLst>
                  <a:rect l="0" t="0" r="r" b="b"/>
                  <a:pathLst>
                    <a:path w="3826" h="4380">
                      <a:moveTo>
                        <a:pt x="3826" y="1170"/>
                      </a:moveTo>
                      <a:lnTo>
                        <a:pt x="2656" y="2760"/>
                      </a:lnTo>
                      <a:lnTo>
                        <a:pt x="2706" y="2861"/>
                      </a:lnTo>
                      <a:lnTo>
                        <a:pt x="2806" y="2910"/>
                      </a:lnTo>
                      <a:lnTo>
                        <a:pt x="2807" y="3135"/>
                      </a:lnTo>
                      <a:lnTo>
                        <a:pt x="2866" y="3240"/>
                      </a:lnTo>
                      <a:lnTo>
                        <a:pt x="3072" y="3217"/>
                      </a:lnTo>
                      <a:lnTo>
                        <a:pt x="3166" y="3990"/>
                      </a:lnTo>
                      <a:lnTo>
                        <a:pt x="3256" y="4140"/>
                      </a:lnTo>
                      <a:lnTo>
                        <a:pt x="3264" y="4314"/>
                      </a:lnTo>
                      <a:lnTo>
                        <a:pt x="3166" y="4380"/>
                      </a:lnTo>
                      <a:lnTo>
                        <a:pt x="3118" y="4314"/>
                      </a:lnTo>
                      <a:lnTo>
                        <a:pt x="3154" y="4223"/>
                      </a:lnTo>
                      <a:lnTo>
                        <a:pt x="3099" y="4068"/>
                      </a:lnTo>
                      <a:lnTo>
                        <a:pt x="3008" y="3885"/>
                      </a:lnTo>
                      <a:lnTo>
                        <a:pt x="2898" y="3930"/>
                      </a:lnTo>
                      <a:lnTo>
                        <a:pt x="2953" y="4004"/>
                      </a:lnTo>
                      <a:lnTo>
                        <a:pt x="2990" y="4168"/>
                      </a:lnTo>
                      <a:lnTo>
                        <a:pt x="2981" y="4269"/>
                      </a:lnTo>
                      <a:lnTo>
                        <a:pt x="2862" y="4360"/>
                      </a:lnTo>
                      <a:lnTo>
                        <a:pt x="2862" y="4058"/>
                      </a:lnTo>
                      <a:lnTo>
                        <a:pt x="2807" y="3949"/>
                      </a:lnTo>
                      <a:lnTo>
                        <a:pt x="2798" y="3802"/>
                      </a:lnTo>
                      <a:lnTo>
                        <a:pt x="2807" y="3601"/>
                      </a:lnTo>
                      <a:lnTo>
                        <a:pt x="2834" y="3428"/>
                      </a:lnTo>
                      <a:lnTo>
                        <a:pt x="2746" y="3360"/>
                      </a:lnTo>
                      <a:lnTo>
                        <a:pt x="2743" y="3199"/>
                      </a:lnTo>
                      <a:lnTo>
                        <a:pt x="2688" y="3089"/>
                      </a:lnTo>
                      <a:lnTo>
                        <a:pt x="2566" y="2880"/>
                      </a:lnTo>
                      <a:lnTo>
                        <a:pt x="2416" y="2730"/>
                      </a:lnTo>
                      <a:lnTo>
                        <a:pt x="2286" y="2623"/>
                      </a:lnTo>
                      <a:lnTo>
                        <a:pt x="2286" y="2532"/>
                      </a:lnTo>
                      <a:lnTo>
                        <a:pt x="2203" y="2431"/>
                      </a:lnTo>
                      <a:lnTo>
                        <a:pt x="2094" y="2285"/>
                      </a:lnTo>
                      <a:lnTo>
                        <a:pt x="1984" y="2394"/>
                      </a:lnTo>
                      <a:lnTo>
                        <a:pt x="1847" y="2330"/>
                      </a:lnTo>
                      <a:lnTo>
                        <a:pt x="1666" y="2340"/>
                      </a:lnTo>
                      <a:lnTo>
                        <a:pt x="1545" y="2321"/>
                      </a:lnTo>
                      <a:lnTo>
                        <a:pt x="1582" y="2248"/>
                      </a:lnTo>
                      <a:lnTo>
                        <a:pt x="1664" y="2157"/>
                      </a:lnTo>
                      <a:lnTo>
                        <a:pt x="1846" y="2070"/>
                      </a:lnTo>
                      <a:lnTo>
                        <a:pt x="1929" y="2148"/>
                      </a:lnTo>
                      <a:lnTo>
                        <a:pt x="2026" y="2070"/>
                      </a:lnTo>
                      <a:lnTo>
                        <a:pt x="1947" y="2010"/>
                      </a:lnTo>
                      <a:lnTo>
                        <a:pt x="1786" y="2010"/>
                      </a:lnTo>
                      <a:lnTo>
                        <a:pt x="1655" y="2029"/>
                      </a:lnTo>
                      <a:lnTo>
                        <a:pt x="1554" y="2093"/>
                      </a:lnTo>
                      <a:lnTo>
                        <a:pt x="1362" y="2065"/>
                      </a:lnTo>
                      <a:lnTo>
                        <a:pt x="1353" y="2175"/>
                      </a:lnTo>
                      <a:lnTo>
                        <a:pt x="1234" y="2248"/>
                      </a:lnTo>
                      <a:lnTo>
                        <a:pt x="1051" y="2212"/>
                      </a:lnTo>
                      <a:lnTo>
                        <a:pt x="946" y="2220"/>
                      </a:lnTo>
                      <a:lnTo>
                        <a:pt x="496" y="2160"/>
                      </a:lnTo>
                      <a:lnTo>
                        <a:pt x="128" y="1965"/>
                      </a:lnTo>
                      <a:lnTo>
                        <a:pt x="0" y="1882"/>
                      </a:lnTo>
                      <a:lnTo>
                        <a:pt x="9" y="1764"/>
                      </a:lnTo>
                      <a:lnTo>
                        <a:pt x="210" y="1919"/>
                      </a:lnTo>
                      <a:lnTo>
                        <a:pt x="357" y="1956"/>
                      </a:lnTo>
                      <a:lnTo>
                        <a:pt x="466" y="2040"/>
                      </a:lnTo>
                      <a:lnTo>
                        <a:pt x="649" y="2047"/>
                      </a:lnTo>
                      <a:lnTo>
                        <a:pt x="766" y="2010"/>
                      </a:lnTo>
                      <a:lnTo>
                        <a:pt x="933" y="2001"/>
                      </a:lnTo>
                      <a:lnTo>
                        <a:pt x="1036" y="1920"/>
                      </a:lnTo>
                      <a:lnTo>
                        <a:pt x="987" y="1846"/>
                      </a:lnTo>
                      <a:lnTo>
                        <a:pt x="887" y="1818"/>
                      </a:lnTo>
                      <a:lnTo>
                        <a:pt x="905" y="1709"/>
                      </a:lnTo>
                      <a:lnTo>
                        <a:pt x="896" y="1590"/>
                      </a:lnTo>
                      <a:lnTo>
                        <a:pt x="750" y="1608"/>
                      </a:lnTo>
                      <a:lnTo>
                        <a:pt x="676" y="1530"/>
                      </a:lnTo>
                      <a:lnTo>
                        <a:pt x="826" y="1410"/>
                      </a:lnTo>
                      <a:lnTo>
                        <a:pt x="878" y="1316"/>
                      </a:lnTo>
                      <a:lnTo>
                        <a:pt x="759" y="1233"/>
                      </a:lnTo>
                      <a:lnTo>
                        <a:pt x="736" y="1110"/>
                      </a:lnTo>
                      <a:lnTo>
                        <a:pt x="796" y="1020"/>
                      </a:lnTo>
                      <a:lnTo>
                        <a:pt x="887" y="904"/>
                      </a:lnTo>
                      <a:lnTo>
                        <a:pt x="1006" y="776"/>
                      </a:lnTo>
                      <a:lnTo>
                        <a:pt x="1189" y="794"/>
                      </a:lnTo>
                      <a:lnTo>
                        <a:pt x="1306" y="720"/>
                      </a:lnTo>
                      <a:lnTo>
                        <a:pt x="1335" y="849"/>
                      </a:lnTo>
                      <a:lnTo>
                        <a:pt x="1472" y="895"/>
                      </a:lnTo>
                      <a:lnTo>
                        <a:pt x="1546" y="930"/>
                      </a:lnTo>
                      <a:lnTo>
                        <a:pt x="1673" y="913"/>
                      </a:lnTo>
                      <a:lnTo>
                        <a:pt x="1756" y="810"/>
                      </a:lnTo>
                      <a:lnTo>
                        <a:pt x="1710" y="758"/>
                      </a:lnTo>
                      <a:lnTo>
                        <a:pt x="1600" y="685"/>
                      </a:lnTo>
                      <a:lnTo>
                        <a:pt x="1518" y="602"/>
                      </a:lnTo>
                      <a:lnTo>
                        <a:pt x="1456" y="480"/>
                      </a:lnTo>
                      <a:lnTo>
                        <a:pt x="1546" y="270"/>
                      </a:lnTo>
                      <a:lnTo>
                        <a:pt x="1637" y="246"/>
                      </a:lnTo>
                      <a:lnTo>
                        <a:pt x="1755" y="273"/>
                      </a:lnTo>
                      <a:lnTo>
                        <a:pt x="1966" y="360"/>
                      </a:lnTo>
                      <a:lnTo>
                        <a:pt x="1846" y="480"/>
                      </a:lnTo>
                      <a:lnTo>
                        <a:pt x="2026" y="630"/>
                      </a:lnTo>
                      <a:lnTo>
                        <a:pt x="2130" y="657"/>
                      </a:lnTo>
                      <a:lnTo>
                        <a:pt x="2206" y="600"/>
                      </a:lnTo>
                      <a:lnTo>
                        <a:pt x="2139" y="511"/>
                      </a:lnTo>
                      <a:lnTo>
                        <a:pt x="2075" y="429"/>
                      </a:lnTo>
                      <a:lnTo>
                        <a:pt x="2116" y="270"/>
                      </a:lnTo>
                      <a:lnTo>
                        <a:pt x="2167" y="182"/>
                      </a:lnTo>
                      <a:lnTo>
                        <a:pt x="2139" y="81"/>
                      </a:lnTo>
                      <a:lnTo>
                        <a:pt x="2296" y="0"/>
                      </a:lnTo>
                      <a:lnTo>
                        <a:pt x="2386" y="120"/>
                      </a:lnTo>
                      <a:lnTo>
                        <a:pt x="2552" y="127"/>
                      </a:lnTo>
                      <a:lnTo>
                        <a:pt x="2679" y="63"/>
                      </a:lnTo>
                      <a:lnTo>
                        <a:pt x="2843" y="127"/>
                      </a:lnTo>
                      <a:lnTo>
                        <a:pt x="2872" y="207"/>
                      </a:lnTo>
                      <a:lnTo>
                        <a:pt x="2971" y="145"/>
                      </a:lnTo>
                      <a:lnTo>
                        <a:pt x="3032" y="231"/>
                      </a:lnTo>
                      <a:lnTo>
                        <a:pt x="3136" y="210"/>
                      </a:lnTo>
                      <a:lnTo>
                        <a:pt x="3184" y="399"/>
                      </a:lnTo>
                      <a:lnTo>
                        <a:pt x="3286" y="420"/>
                      </a:lnTo>
                      <a:lnTo>
                        <a:pt x="3368" y="551"/>
                      </a:lnTo>
                      <a:lnTo>
                        <a:pt x="3346" y="648"/>
                      </a:lnTo>
                      <a:lnTo>
                        <a:pt x="3474" y="666"/>
                      </a:lnTo>
                      <a:lnTo>
                        <a:pt x="3493" y="813"/>
                      </a:lnTo>
                      <a:lnTo>
                        <a:pt x="3685" y="950"/>
                      </a:lnTo>
                      <a:lnTo>
                        <a:pt x="3785" y="1050"/>
                      </a:lnTo>
                      <a:lnTo>
                        <a:pt x="3826" y="1170"/>
                      </a:lnTo>
                      <a:close/>
                    </a:path>
                  </a:pathLst>
                </a:custGeom>
                <a:solidFill>
                  <a:srgbClr val="79B271"/>
                </a:solidFill>
                <a:ln w="19050" cmpd="sng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06A4B321-C0CD-D0B9-54B4-D8CA3F5D1B3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58220" y="5197953"/>
                  <a:ext cx="2103120" cy="1323532"/>
                  <a:chOff x="269272" y="5863330"/>
                  <a:chExt cx="1177228" cy="740851"/>
                </a:xfrm>
              </p:grpSpPr>
              <p:sp>
                <p:nvSpPr>
                  <p:cNvPr id="18" name="Freeform 63">
                    <a:extLst>
                      <a:ext uri="{FF2B5EF4-FFF2-40B4-BE49-F238E27FC236}">
                        <a16:creationId xmlns:a16="http://schemas.microsoft.com/office/drawing/2014/main" id="{692C7252-7D37-4F96-6B39-D5F896111E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51727" y="6253549"/>
                    <a:ext cx="294773" cy="350632"/>
                  </a:xfrm>
                  <a:custGeom>
                    <a:avLst/>
                    <a:gdLst>
                      <a:gd name="T0" fmla="*/ 43 w 834"/>
                      <a:gd name="T1" fmla="*/ 181 h 980"/>
                      <a:gd name="T2" fmla="*/ 35 w 834"/>
                      <a:gd name="T3" fmla="*/ 172 h 980"/>
                      <a:gd name="T4" fmla="*/ 26 w 834"/>
                      <a:gd name="T5" fmla="*/ 155 h 980"/>
                      <a:gd name="T6" fmla="*/ 32 w 834"/>
                      <a:gd name="T7" fmla="*/ 143 h 980"/>
                      <a:gd name="T8" fmla="*/ 26 w 834"/>
                      <a:gd name="T9" fmla="*/ 124 h 980"/>
                      <a:gd name="T10" fmla="*/ 17 w 834"/>
                      <a:gd name="T11" fmla="*/ 103 h 980"/>
                      <a:gd name="T12" fmla="*/ 0 w 834"/>
                      <a:gd name="T13" fmla="*/ 86 h 980"/>
                      <a:gd name="T14" fmla="*/ 9 w 834"/>
                      <a:gd name="T15" fmla="*/ 69 h 980"/>
                      <a:gd name="T16" fmla="*/ 19 w 834"/>
                      <a:gd name="T17" fmla="*/ 55 h 980"/>
                      <a:gd name="T18" fmla="*/ 28 w 834"/>
                      <a:gd name="T19" fmla="*/ 46 h 980"/>
                      <a:gd name="T20" fmla="*/ 20 w 834"/>
                      <a:gd name="T21" fmla="*/ 30 h 980"/>
                      <a:gd name="T22" fmla="*/ 9 w 834"/>
                      <a:gd name="T23" fmla="*/ 26 h 980"/>
                      <a:gd name="T24" fmla="*/ 9 w 834"/>
                      <a:gd name="T25" fmla="*/ 16 h 980"/>
                      <a:gd name="T26" fmla="*/ 17 w 834"/>
                      <a:gd name="T27" fmla="*/ 0 h 980"/>
                      <a:gd name="T28" fmla="*/ 26 w 834"/>
                      <a:gd name="T29" fmla="*/ 10 h 980"/>
                      <a:gd name="T30" fmla="*/ 44 w 834"/>
                      <a:gd name="T31" fmla="*/ 17 h 980"/>
                      <a:gd name="T32" fmla="*/ 60 w 834"/>
                      <a:gd name="T33" fmla="*/ 17 h 980"/>
                      <a:gd name="T34" fmla="*/ 76 w 834"/>
                      <a:gd name="T35" fmla="*/ 24 h 980"/>
                      <a:gd name="T36" fmla="*/ 91 w 834"/>
                      <a:gd name="T37" fmla="*/ 27 h 980"/>
                      <a:gd name="T38" fmla="*/ 103 w 834"/>
                      <a:gd name="T39" fmla="*/ 43 h 980"/>
                      <a:gd name="T40" fmla="*/ 117 w 834"/>
                      <a:gd name="T41" fmla="*/ 54 h 980"/>
                      <a:gd name="T42" fmla="*/ 120 w 834"/>
                      <a:gd name="T43" fmla="*/ 69 h 980"/>
                      <a:gd name="T44" fmla="*/ 144 w 834"/>
                      <a:gd name="T45" fmla="*/ 78 h 980"/>
                      <a:gd name="T46" fmla="*/ 158 w 834"/>
                      <a:gd name="T47" fmla="*/ 92 h 980"/>
                      <a:gd name="T48" fmla="*/ 150 w 834"/>
                      <a:gd name="T49" fmla="*/ 102 h 980"/>
                      <a:gd name="T50" fmla="*/ 140 w 834"/>
                      <a:gd name="T51" fmla="*/ 121 h 980"/>
                      <a:gd name="T52" fmla="*/ 125 w 834"/>
                      <a:gd name="T53" fmla="*/ 124 h 980"/>
                      <a:gd name="T54" fmla="*/ 103 w 834"/>
                      <a:gd name="T55" fmla="*/ 134 h 980"/>
                      <a:gd name="T56" fmla="*/ 91 w 834"/>
                      <a:gd name="T57" fmla="*/ 147 h 980"/>
                      <a:gd name="T58" fmla="*/ 79 w 834"/>
                      <a:gd name="T59" fmla="*/ 157 h 980"/>
                      <a:gd name="T60" fmla="*/ 76 w 834"/>
                      <a:gd name="T61" fmla="*/ 171 h 980"/>
                      <a:gd name="T62" fmla="*/ 67 w 834"/>
                      <a:gd name="T63" fmla="*/ 186 h 980"/>
                      <a:gd name="T64" fmla="*/ 43 w 834"/>
                      <a:gd name="T65" fmla="*/ 181 h 980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0" t="0" r="r" b="b"/>
                    <a:pathLst>
                      <a:path w="834" h="980">
                        <a:moveTo>
                          <a:pt x="226" y="952"/>
                        </a:moveTo>
                        <a:lnTo>
                          <a:pt x="186" y="908"/>
                        </a:lnTo>
                        <a:lnTo>
                          <a:pt x="136" y="816"/>
                        </a:lnTo>
                        <a:lnTo>
                          <a:pt x="170" y="756"/>
                        </a:lnTo>
                        <a:lnTo>
                          <a:pt x="138" y="652"/>
                        </a:lnTo>
                        <a:lnTo>
                          <a:pt x="90" y="544"/>
                        </a:lnTo>
                        <a:lnTo>
                          <a:pt x="0" y="453"/>
                        </a:lnTo>
                        <a:lnTo>
                          <a:pt x="45" y="363"/>
                        </a:lnTo>
                        <a:lnTo>
                          <a:pt x="98" y="292"/>
                        </a:lnTo>
                        <a:lnTo>
                          <a:pt x="146" y="244"/>
                        </a:lnTo>
                        <a:lnTo>
                          <a:pt x="106" y="156"/>
                        </a:lnTo>
                        <a:lnTo>
                          <a:pt x="45" y="136"/>
                        </a:lnTo>
                        <a:lnTo>
                          <a:pt x="50" y="84"/>
                        </a:lnTo>
                        <a:lnTo>
                          <a:pt x="90" y="0"/>
                        </a:lnTo>
                        <a:lnTo>
                          <a:pt x="138" y="52"/>
                        </a:lnTo>
                        <a:lnTo>
                          <a:pt x="234" y="92"/>
                        </a:lnTo>
                        <a:lnTo>
                          <a:pt x="317" y="91"/>
                        </a:lnTo>
                        <a:lnTo>
                          <a:pt x="402" y="124"/>
                        </a:lnTo>
                        <a:lnTo>
                          <a:pt x="482" y="140"/>
                        </a:lnTo>
                        <a:lnTo>
                          <a:pt x="544" y="227"/>
                        </a:lnTo>
                        <a:lnTo>
                          <a:pt x="618" y="284"/>
                        </a:lnTo>
                        <a:lnTo>
                          <a:pt x="635" y="363"/>
                        </a:lnTo>
                        <a:lnTo>
                          <a:pt x="762" y="412"/>
                        </a:lnTo>
                        <a:lnTo>
                          <a:pt x="834" y="484"/>
                        </a:lnTo>
                        <a:lnTo>
                          <a:pt x="794" y="540"/>
                        </a:lnTo>
                        <a:lnTo>
                          <a:pt x="738" y="636"/>
                        </a:lnTo>
                        <a:lnTo>
                          <a:pt x="658" y="652"/>
                        </a:lnTo>
                        <a:lnTo>
                          <a:pt x="546" y="708"/>
                        </a:lnTo>
                        <a:lnTo>
                          <a:pt x="482" y="772"/>
                        </a:lnTo>
                        <a:lnTo>
                          <a:pt x="418" y="828"/>
                        </a:lnTo>
                        <a:lnTo>
                          <a:pt x="402" y="900"/>
                        </a:lnTo>
                        <a:lnTo>
                          <a:pt x="354" y="980"/>
                        </a:lnTo>
                        <a:lnTo>
                          <a:pt x="226" y="952"/>
                        </a:lnTo>
                        <a:close/>
                      </a:path>
                    </a:pathLst>
                  </a:custGeom>
                  <a:solidFill>
                    <a:srgbClr val="79B271"/>
                  </a:solidFill>
                  <a:ln w="19050" cmpd="sng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" name="Freeform 64">
                    <a:extLst>
                      <a:ext uri="{FF2B5EF4-FFF2-40B4-BE49-F238E27FC236}">
                        <a16:creationId xmlns:a16="http://schemas.microsoft.com/office/drawing/2014/main" id="{8664B518-A682-A1FC-D096-7F2E9E38E3A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06955" y="5961355"/>
                    <a:ext cx="145522" cy="130073"/>
                  </a:xfrm>
                  <a:custGeom>
                    <a:avLst/>
                    <a:gdLst>
                      <a:gd name="T0" fmla="*/ 0 w 414"/>
                      <a:gd name="T1" fmla="*/ 20 h 364"/>
                      <a:gd name="T2" fmla="*/ 20 w 414"/>
                      <a:gd name="T3" fmla="*/ 18 h 364"/>
                      <a:gd name="T4" fmla="*/ 24 w 414"/>
                      <a:gd name="T5" fmla="*/ 7 h 364"/>
                      <a:gd name="T6" fmla="*/ 37 w 414"/>
                      <a:gd name="T7" fmla="*/ 0 h 364"/>
                      <a:gd name="T8" fmla="*/ 49 w 414"/>
                      <a:gd name="T9" fmla="*/ 13 h 364"/>
                      <a:gd name="T10" fmla="*/ 57 w 414"/>
                      <a:gd name="T11" fmla="*/ 30 h 364"/>
                      <a:gd name="T12" fmla="*/ 66 w 414"/>
                      <a:gd name="T13" fmla="*/ 35 h 364"/>
                      <a:gd name="T14" fmla="*/ 77 w 414"/>
                      <a:gd name="T15" fmla="*/ 39 h 364"/>
                      <a:gd name="T16" fmla="*/ 78 w 414"/>
                      <a:gd name="T17" fmla="*/ 52 h 364"/>
                      <a:gd name="T18" fmla="*/ 61 w 414"/>
                      <a:gd name="T19" fmla="*/ 61 h 364"/>
                      <a:gd name="T20" fmla="*/ 43 w 414"/>
                      <a:gd name="T21" fmla="*/ 69 h 364"/>
                      <a:gd name="T22" fmla="*/ 26 w 414"/>
                      <a:gd name="T23" fmla="*/ 60 h 364"/>
                      <a:gd name="T24" fmla="*/ 17 w 414"/>
                      <a:gd name="T25" fmla="*/ 52 h 364"/>
                      <a:gd name="T26" fmla="*/ 17 w 414"/>
                      <a:gd name="T27" fmla="*/ 43 h 364"/>
                      <a:gd name="T28" fmla="*/ 2 w 414"/>
                      <a:gd name="T29" fmla="*/ 36 h 364"/>
                      <a:gd name="T30" fmla="*/ 0 w 414"/>
                      <a:gd name="T31" fmla="*/ 20 h 364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414" h="364">
                        <a:moveTo>
                          <a:pt x="0" y="108"/>
                        </a:moveTo>
                        <a:lnTo>
                          <a:pt x="108" y="96"/>
                        </a:lnTo>
                        <a:lnTo>
                          <a:pt x="126" y="36"/>
                        </a:lnTo>
                        <a:lnTo>
                          <a:pt x="198" y="0"/>
                        </a:lnTo>
                        <a:lnTo>
                          <a:pt x="258" y="66"/>
                        </a:lnTo>
                        <a:lnTo>
                          <a:pt x="300" y="156"/>
                        </a:lnTo>
                        <a:lnTo>
                          <a:pt x="348" y="186"/>
                        </a:lnTo>
                        <a:lnTo>
                          <a:pt x="408" y="204"/>
                        </a:lnTo>
                        <a:lnTo>
                          <a:pt x="414" y="276"/>
                        </a:lnTo>
                        <a:lnTo>
                          <a:pt x="324" y="324"/>
                        </a:lnTo>
                        <a:lnTo>
                          <a:pt x="226" y="364"/>
                        </a:lnTo>
                        <a:lnTo>
                          <a:pt x="136" y="319"/>
                        </a:lnTo>
                        <a:lnTo>
                          <a:pt x="90" y="274"/>
                        </a:lnTo>
                        <a:lnTo>
                          <a:pt x="90" y="228"/>
                        </a:lnTo>
                        <a:lnTo>
                          <a:pt x="12" y="192"/>
                        </a:lnTo>
                        <a:lnTo>
                          <a:pt x="0" y="108"/>
                        </a:lnTo>
                        <a:close/>
                      </a:path>
                    </a:pathLst>
                  </a:custGeom>
                  <a:solidFill>
                    <a:srgbClr val="79B271"/>
                  </a:solidFill>
                  <a:ln w="19050" cmpd="sng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0" name="Freeform 65">
                    <a:extLst>
                      <a:ext uri="{FF2B5EF4-FFF2-40B4-BE49-F238E27FC236}">
                        <a16:creationId xmlns:a16="http://schemas.microsoft.com/office/drawing/2014/main" id="{164DA212-B433-7A0C-3CE1-C7B6B196DBA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69272" y="5863330"/>
                    <a:ext cx="100745" cy="94257"/>
                  </a:xfrm>
                  <a:custGeom>
                    <a:avLst/>
                    <a:gdLst>
                      <a:gd name="T0" fmla="*/ 47 w 285"/>
                      <a:gd name="T1" fmla="*/ 47 h 259"/>
                      <a:gd name="T2" fmla="*/ 54 w 285"/>
                      <a:gd name="T3" fmla="*/ 35 h 259"/>
                      <a:gd name="T4" fmla="*/ 54 w 285"/>
                      <a:gd name="T5" fmla="*/ 18 h 259"/>
                      <a:gd name="T6" fmla="*/ 52 w 285"/>
                      <a:gd name="T7" fmla="*/ 1 h 259"/>
                      <a:gd name="T8" fmla="*/ 37 w 285"/>
                      <a:gd name="T9" fmla="*/ 0 h 259"/>
                      <a:gd name="T10" fmla="*/ 23 w 285"/>
                      <a:gd name="T11" fmla="*/ 1 h 259"/>
                      <a:gd name="T12" fmla="*/ 11 w 285"/>
                      <a:gd name="T13" fmla="*/ 9 h 259"/>
                      <a:gd name="T14" fmla="*/ 2 w 285"/>
                      <a:gd name="T15" fmla="*/ 26 h 259"/>
                      <a:gd name="T16" fmla="*/ 0 w 285"/>
                      <a:gd name="T17" fmla="*/ 40 h 259"/>
                      <a:gd name="T18" fmla="*/ 8 w 285"/>
                      <a:gd name="T19" fmla="*/ 47 h 259"/>
                      <a:gd name="T20" fmla="*/ 20 w 285"/>
                      <a:gd name="T21" fmla="*/ 44 h 259"/>
                      <a:gd name="T22" fmla="*/ 33 w 285"/>
                      <a:gd name="T23" fmla="*/ 50 h 259"/>
                      <a:gd name="T24" fmla="*/ 47 w 285"/>
                      <a:gd name="T25" fmla="*/ 47 h 25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0" t="0" r="r" b="b"/>
                    <a:pathLst>
                      <a:path w="285" h="259">
                        <a:moveTo>
                          <a:pt x="246" y="241"/>
                        </a:moveTo>
                        <a:lnTo>
                          <a:pt x="285" y="182"/>
                        </a:lnTo>
                        <a:lnTo>
                          <a:pt x="285" y="91"/>
                        </a:lnTo>
                        <a:lnTo>
                          <a:pt x="276" y="7"/>
                        </a:lnTo>
                        <a:lnTo>
                          <a:pt x="194" y="0"/>
                        </a:lnTo>
                        <a:lnTo>
                          <a:pt x="120" y="7"/>
                        </a:lnTo>
                        <a:lnTo>
                          <a:pt x="58" y="46"/>
                        </a:lnTo>
                        <a:lnTo>
                          <a:pt x="13" y="136"/>
                        </a:lnTo>
                        <a:lnTo>
                          <a:pt x="0" y="205"/>
                        </a:lnTo>
                        <a:lnTo>
                          <a:pt x="41" y="241"/>
                        </a:lnTo>
                        <a:lnTo>
                          <a:pt x="104" y="227"/>
                        </a:lnTo>
                        <a:lnTo>
                          <a:pt x="173" y="259"/>
                        </a:lnTo>
                        <a:lnTo>
                          <a:pt x="246" y="241"/>
                        </a:lnTo>
                        <a:close/>
                      </a:path>
                    </a:pathLst>
                  </a:custGeom>
                  <a:solidFill>
                    <a:srgbClr val="79B271"/>
                  </a:solidFill>
                  <a:ln w="19050" cmpd="sng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1" name="Freeform 66">
                    <a:extLst>
                      <a:ext uri="{FF2B5EF4-FFF2-40B4-BE49-F238E27FC236}">
                        <a16:creationId xmlns:a16="http://schemas.microsoft.com/office/drawing/2014/main" id="{82E2D773-E509-1515-3AC0-66650A7AA1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74489" y="6098969"/>
                    <a:ext cx="160446" cy="107452"/>
                  </a:xfrm>
                  <a:custGeom>
                    <a:avLst/>
                    <a:gdLst>
                      <a:gd name="T0" fmla="*/ 50 w 453"/>
                      <a:gd name="T1" fmla="*/ 57 h 300"/>
                      <a:gd name="T2" fmla="*/ 43 w 453"/>
                      <a:gd name="T3" fmla="*/ 48 h 300"/>
                      <a:gd name="T4" fmla="*/ 36 w 453"/>
                      <a:gd name="T5" fmla="*/ 38 h 300"/>
                      <a:gd name="T6" fmla="*/ 23 w 453"/>
                      <a:gd name="T7" fmla="*/ 29 h 300"/>
                      <a:gd name="T8" fmla="*/ 9 w 453"/>
                      <a:gd name="T9" fmla="*/ 31 h 300"/>
                      <a:gd name="T10" fmla="*/ 2 w 453"/>
                      <a:gd name="T11" fmla="*/ 22 h 300"/>
                      <a:gd name="T12" fmla="*/ 0 w 453"/>
                      <a:gd name="T13" fmla="*/ 13 h 300"/>
                      <a:gd name="T14" fmla="*/ 9 w 453"/>
                      <a:gd name="T15" fmla="*/ 5 h 300"/>
                      <a:gd name="T16" fmla="*/ 10 w 453"/>
                      <a:gd name="T17" fmla="*/ 0 h 300"/>
                      <a:gd name="T18" fmla="*/ 26 w 453"/>
                      <a:gd name="T19" fmla="*/ 5 h 300"/>
                      <a:gd name="T20" fmla="*/ 37 w 453"/>
                      <a:gd name="T21" fmla="*/ 9 h 300"/>
                      <a:gd name="T22" fmla="*/ 43 w 453"/>
                      <a:gd name="T23" fmla="*/ 5 h 300"/>
                      <a:gd name="T24" fmla="*/ 61 w 453"/>
                      <a:gd name="T25" fmla="*/ 2 h 300"/>
                      <a:gd name="T26" fmla="*/ 69 w 453"/>
                      <a:gd name="T27" fmla="*/ 13 h 300"/>
                      <a:gd name="T28" fmla="*/ 86 w 453"/>
                      <a:gd name="T29" fmla="*/ 22 h 300"/>
                      <a:gd name="T30" fmla="*/ 86 w 453"/>
                      <a:gd name="T31" fmla="*/ 39 h 300"/>
                      <a:gd name="T32" fmla="*/ 74 w 453"/>
                      <a:gd name="T33" fmla="*/ 49 h 300"/>
                      <a:gd name="T34" fmla="*/ 67 w 453"/>
                      <a:gd name="T35" fmla="*/ 50 h 300"/>
                      <a:gd name="T36" fmla="*/ 58 w 453"/>
                      <a:gd name="T37" fmla="*/ 51 h 300"/>
                      <a:gd name="T38" fmla="*/ 50 w 453"/>
                      <a:gd name="T39" fmla="*/ 57 h 300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0" t="0" r="r" b="b"/>
                    <a:pathLst>
                      <a:path w="453" h="300">
                        <a:moveTo>
                          <a:pt x="265" y="300"/>
                        </a:moveTo>
                        <a:lnTo>
                          <a:pt x="226" y="252"/>
                        </a:lnTo>
                        <a:lnTo>
                          <a:pt x="187" y="198"/>
                        </a:lnTo>
                        <a:lnTo>
                          <a:pt x="121" y="150"/>
                        </a:lnTo>
                        <a:lnTo>
                          <a:pt x="45" y="162"/>
                        </a:lnTo>
                        <a:lnTo>
                          <a:pt x="13" y="114"/>
                        </a:lnTo>
                        <a:lnTo>
                          <a:pt x="0" y="71"/>
                        </a:lnTo>
                        <a:lnTo>
                          <a:pt x="45" y="26"/>
                        </a:lnTo>
                        <a:lnTo>
                          <a:pt x="55" y="0"/>
                        </a:lnTo>
                        <a:lnTo>
                          <a:pt x="136" y="26"/>
                        </a:lnTo>
                        <a:lnTo>
                          <a:pt x="193" y="48"/>
                        </a:lnTo>
                        <a:lnTo>
                          <a:pt x="226" y="26"/>
                        </a:lnTo>
                        <a:lnTo>
                          <a:pt x="319" y="12"/>
                        </a:lnTo>
                        <a:lnTo>
                          <a:pt x="363" y="71"/>
                        </a:lnTo>
                        <a:lnTo>
                          <a:pt x="453" y="116"/>
                        </a:lnTo>
                        <a:lnTo>
                          <a:pt x="453" y="207"/>
                        </a:lnTo>
                        <a:lnTo>
                          <a:pt x="391" y="258"/>
                        </a:lnTo>
                        <a:lnTo>
                          <a:pt x="355" y="264"/>
                        </a:lnTo>
                        <a:lnTo>
                          <a:pt x="307" y="270"/>
                        </a:lnTo>
                        <a:lnTo>
                          <a:pt x="265" y="300"/>
                        </a:lnTo>
                        <a:close/>
                      </a:path>
                    </a:pathLst>
                  </a:custGeom>
                  <a:solidFill>
                    <a:srgbClr val="79B271"/>
                  </a:solidFill>
                  <a:ln w="19050" cmpd="sng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2" name="Freeform 67">
                    <a:extLst>
                      <a:ext uri="{FF2B5EF4-FFF2-40B4-BE49-F238E27FC236}">
                        <a16:creationId xmlns:a16="http://schemas.microsoft.com/office/drawing/2014/main" id="{B92B2193-4C68-0C53-DE08-53705C64468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30833" y="6059382"/>
                    <a:ext cx="143656" cy="49014"/>
                  </a:xfrm>
                  <a:custGeom>
                    <a:avLst/>
                    <a:gdLst>
                      <a:gd name="T0" fmla="*/ 27 w 409"/>
                      <a:gd name="T1" fmla="*/ 2 h 136"/>
                      <a:gd name="T2" fmla="*/ 13 w 409"/>
                      <a:gd name="T3" fmla="*/ 0 h 136"/>
                      <a:gd name="T4" fmla="*/ 0 w 409"/>
                      <a:gd name="T5" fmla="*/ 9 h 136"/>
                      <a:gd name="T6" fmla="*/ 8 w 409"/>
                      <a:gd name="T7" fmla="*/ 21 h 136"/>
                      <a:gd name="T8" fmla="*/ 17 w 409"/>
                      <a:gd name="T9" fmla="*/ 26 h 136"/>
                      <a:gd name="T10" fmla="*/ 34 w 409"/>
                      <a:gd name="T11" fmla="*/ 17 h 136"/>
                      <a:gd name="T12" fmla="*/ 43 w 409"/>
                      <a:gd name="T13" fmla="*/ 17 h 136"/>
                      <a:gd name="T14" fmla="*/ 63 w 409"/>
                      <a:gd name="T15" fmla="*/ 22 h 136"/>
                      <a:gd name="T16" fmla="*/ 70 w 409"/>
                      <a:gd name="T17" fmla="*/ 19 h 136"/>
                      <a:gd name="T18" fmla="*/ 77 w 409"/>
                      <a:gd name="T19" fmla="*/ 17 h 136"/>
                      <a:gd name="T20" fmla="*/ 77 w 409"/>
                      <a:gd name="T21" fmla="*/ 9 h 136"/>
                      <a:gd name="T22" fmla="*/ 68 w 409"/>
                      <a:gd name="T23" fmla="*/ 0 h 136"/>
                      <a:gd name="T24" fmla="*/ 57 w 409"/>
                      <a:gd name="T25" fmla="*/ 3 h 136"/>
                      <a:gd name="T26" fmla="*/ 43 w 409"/>
                      <a:gd name="T27" fmla="*/ 9 h 136"/>
                      <a:gd name="T28" fmla="*/ 27 w 409"/>
                      <a:gd name="T29" fmla="*/ 2 h 1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409" h="136">
                        <a:moveTo>
                          <a:pt x="146" y="8"/>
                        </a:moveTo>
                        <a:lnTo>
                          <a:pt x="68" y="2"/>
                        </a:lnTo>
                        <a:lnTo>
                          <a:pt x="0" y="45"/>
                        </a:lnTo>
                        <a:lnTo>
                          <a:pt x="44" y="110"/>
                        </a:lnTo>
                        <a:lnTo>
                          <a:pt x="91" y="136"/>
                        </a:lnTo>
                        <a:lnTo>
                          <a:pt x="182" y="90"/>
                        </a:lnTo>
                        <a:lnTo>
                          <a:pt x="227" y="90"/>
                        </a:lnTo>
                        <a:lnTo>
                          <a:pt x="332" y="116"/>
                        </a:lnTo>
                        <a:lnTo>
                          <a:pt x="374" y="98"/>
                        </a:lnTo>
                        <a:lnTo>
                          <a:pt x="409" y="90"/>
                        </a:lnTo>
                        <a:lnTo>
                          <a:pt x="409" y="45"/>
                        </a:lnTo>
                        <a:lnTo>
                          <a:pt x="363" y="0"/>
                        </a:lnTo>
                        <a:lnTo>
                          <a:pt x="302" y="14"/>
                        </a:lnTo>
                        <a:lnTo>
                          <a:pt x="227" y="45"/>
                        </a:lnTo>
                        <a:lnTo>
                          <a:pt x="146" y="8"/>
                        </a:lnTo>
                        <a:close/>
                      </a:path>
                    </a:pathLst>
                  </a:custGeom>
                  <a:solidFill>
                    <a:srgbClr val="79B271"/>
                  </a:solidFill>
                  <a:ln w="19050" cmpd="sng">
                    <a:solidFill>
                      <a:srgbClr val="FFFFFF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1400" b="0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 panose="020F0502020204030204"/>
                      <a:ea typeface="等线" panose="02010600030101010101" pitchFamily="2" charset="-122"/>
                      <a:cs typeface="+mn-cs"/>
                    </a:endParaRPr>
                  </a:p>
                </p:txBody>
              </p:sp>
            </p:grp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A4F22C4-6D04-ABA6-DF8D-583F1A1114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-1304679" y="1464902"/>
                <a:ext cx="1463040" cy="274320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2">
                        <a:lumMod val="10000"/>
                      </a:schemeClr>
                    </a:solidFill>
                    <a:cs typeface="Arial" panose="020B0604020202020204" pitchFamily="34" charset="0"/>
                  </a:rPr>
                  <a:t>West Central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CDB6B43-62FE-5CD5-D714-15B6C6197C0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33298" y="93796"/>
                <a:ext cx="1188720" cy="274320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2">
                        <a:lumMod val="10000"/>
                      </a:schemeClr>
                    </a:solidFill>
                    <a:cs typeface="Arial" panose="020B0604020202020204" pitchFamily="34" charset="0"/>
                  </a:rPr>
                  <a:t>NorthEast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CD279B2-728D-B04D-2982-B0594ADAA5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54168" y="5623121"/>
                <a:ext cx="854431" cy="187765"/>
              </a:xfrm>
              <a:prstGeom prst="rect">
                <a:avLst/>
              </a:prstGeom>
              <a:noFill/>
              <a:ln w="952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2">
                        <a:lumMod val="10000"/>
                      </a:schemeClr>
                    </a:solidFill>
                    <a:cs typeface="Arial" panose="020B0604020202020204" pitchFamily="34" charset="0"/>
                  </a:rPr>
                  <a:t>South</a:t>
                </a: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4516C6-3D6F-7C22-AEAF-3679BF4463DD}"/>
                </a:ext>
              </a:extLst>
            </p:cNvPr>
            <p:cNvSpPr txBox="1"/>
            <p:nvPr/>
          </p:nvSpPr>
          <p:spPr>
            <a:xfrm>
              <a:off x="231569" y="308229"/>
              <a:ext cx="5030943" cy="6912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400" dirty="0">
                  <a:solidFill>
                    <a:srgbClr val="001000"/>
                  </a:solidFill>
                </a:rPr>
                <a:t>GE Healthcare Financial Services</a:t>
              </a:r>
            </a:p>
            <a:p>
              <a:r>
                <a:rPr lang="en-US" sz="2000" dirty="0">
                  <a:solidFill>
                    <a:srgbClr val="001000"/>
                  </a:solidFill>
                </a:rPr>
                <a:t>Sales Coverage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71B7393-7888-1B38-957D-5C8187B2027D}"/>
              </a:ext>
            </a:extLst>
          </p:cNvPr>
          <p:cNvSpPr txBox="1"/>
          <p:nvPr/>
        </p:nvSpPr>
        <p:spPr>
          <a:xfrm>
            <a:off x="8455590" y="976553"/>
            <a:ext cx="3648756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Matt Salamon</a:t>
            </a:r>
          </a:p>
          <a:p>
            <a:r>
              <a:rPr lang="en-US" b="1" dirty="0">
                <a:solidFill>
                  <a:schemeClr val="accent2"/>
                </a:solidFill>
                <a:hlinkClick r:id="rId3"/>
              </a:rPr>
              <a:t>Matthew.salamon@gehealthcare.com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203-241-8600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D0E0D4-4ED0-6B67-E907-15651021B5DA}"/>
              </a:ext>
            </a:extLst>
          </p:cNvPr>
          <p:cNvSpPr txBox="1"/>
          <p:nvPr/>
        </p:nvSpPr>
        <p:spPr>
          <a:xfrm>
            <a:off x="6951679" y="5443145"/>
            <a:ext cx="3413242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Jeff Andrews</a:t>
            </a:r>
          </a:p>
          <a:p>
            <a:r>
              <a:rPr lang="en-US" b="1" dirty="0">
                <a:solidFill>
                  <a:schemeClr val="accent2"/>
                </a:solidFill>
                <a:hlinkClick r:id="rId4"/>
              </a:rPr>
              <a:t>Jeffrey.andrews@gehealthcare.com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770-630-5742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4646D-1963-BBB9-2ADF-BF76B7F35217}"/>
              </a:ext>
            </a:extLst>
          </p:cNvPr>
          <p:cNvSpPr txBox="1"/>
          <p:nvPr/>
        </p:nvSpPr>
        <p:spPr>
          <a:xfrm>
            <a:off x="154870" y="2073833"/>
            <a:ext cx="2826287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Mary Ban</a:t>
            </a:r>
          </a:p>
          <a:p>
            <a:r>
              <a:rPr lang="en-US" b="1" dirty="0">
                <a:solidFill>
                  <a:schemeClr val="accent2"/>
                </a:solidFill>
                <a:hlinkClick r:id="rId5"/>
              </a:rPr>
              <a:t>Mary.ban@gehealthcare.com</a:t>
            </a:r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chemeClr val="accent2"/>
                </a:solidFill>
              </a:rPr>
              <a:t>262-794-7578</a:t>
            </a:r>
          </a:p>
        </p:txBody>
      </p:sp>
    </p:spTree>
    <p:extLst>
      <p:ext uri="{BB962C8B-B14F-4D97-AF65-F5344CB8AC3E}">
        <p14:creationId xmlns:p14="http://schemas.microsoft.com/office/powerpoint/2010/main" val="1788222310"/>
      </p:ext>
    </p:extLst>
  </p:cSld>
  <p:clrMapOvr>
    <a:masterClrMapping/>
  </p:clrMapOvr>
</p:sld>
</file>

<file path=ppt/theme/theme1.xml><?xml version="1.0" encoding="utf-8"?>
<a:theme xmlns:a="http://schemas.openxmlformats.org/drawingml/2006/main" name="GE">
  <a:themeElements>
    <a:clrScheme name="GE Colors">
      <a:dk1>
        <a:srgbClr val="63666A"/>
      </a:dk1>
      <a:lt1>
        <a:sysClr val="window" lastClr="FFFFFF"/>
      </a:lt1>
      <a:dk2>
        <a:srgbClr val="B1B3B3"/>
      </a:dk2>
      <a:lt2>
        <a:srgbClr val="F0F0F0"/>
      </a:lt2>
      <a:accent1>
        <a:srgbClr val="005EB8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3634</TotalTime>
  <Words>60</Words>
  <Application>Microsoft Office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 Inspira Sans</vt:lpstr>
      <vt:lpstr>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 Salamon</dc:creator>
  <cp:lastModifiedBy>Andrews, Jeffrey</cp:lastModifiedBy>
  <cp:revision>33</cp:revision>
  <dcterms:created xsi:type="dcterms:W3CDTF">2019-09-17T11:34:10Z</dcterms:created>
  <dcterms:modified xsi:type="dcterms:W3CDTF">2026-03-12T01:53:08Z</dcterms:modified>
</cp:coreProperties>
</file>